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2"/>
  </p:notesMasterIdLst>
  <p:sldIdLst>
    <p:sldId id="256" r:id="rId2"/>
    <p:sldId id="257" r:id="rId3"/>
    <p:sldId id="277" r:id="rId4"/>
    <p:sldId id="272" r:id="rId5"/>
    <p:sldId id="261" r:id="rId6"/>
    <p:sldId id="276" r:id="rId7"/>
    <p:sldId id="260" r:id="rId8"/>
    <p:sldId id="262" r:id="rId9"/>
    <p:sldId id="263" r:id="rId10"/>
    <p:sldId id="269" r:id="rId11"/>
    <p:sldId id="264" r:id="rId12"/>
    <p:sldId id="265" r:id="rId13"/>
    <p:sldId id="266" r:id="rId14"/>
    <p:sldId id="271" r:id="rId15"/>
    <p:sldId id="267" r:id="rId16"/>
    <p:sldId id="270" r:id="rId17"/>
    <p:sldId id="274" r:id="rId18"/>
    <p:sldId id="268" r:id="rId19"/>
    <p:sldId id="275" r:id="rId20"/>
    <p:sldId id="259" r:id="rId21"/>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03BD"/>
    <a:srgbClr val="F9481C"/>
    <a:srgbClr val="FF491A"/>
    <a:srgbClr val="9201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6774"/>
  </p:normalViewPr>
  <p:slideViewPr>
    <p:cSldViewPr snapToGrid="0" snapToObjects="1">
      <p:cViewPr varScale="1">
        <p:scale>
          <a:sx n="154" d="100"/>
          <a:sy n="154" d="100"/>
        </p:scale>
        <p:origin x="1974" y="13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k Vega" userId="65e1e5dacfec4262" providerId="LiveId" clId="{EC547B5F-5A59-481D-93A9-CBA5C75E8AD3}"/>
    <pc:docChg chg="undo custSel addSld delSld modSld">
      <pc:chgData name="Erick Vega" userId="65e1e5dacfec4262" providerId="LiveId" clId="{EC547B5F-5A59-481D-93A9-CBA5C75E8AD3}" dt="2024-05-22T23:37:27.725" v="1199" actId="20577"/>
      <pc:docMkLst>
        <pc:docMk/>
      </pc:docMkLst>
      <pc:sldChg chg="addSp delSp modSp mod">
        <pc:chgData name="Erick Vega" userId="65e1e5dacfec4262" providerId="LiveId" clId="{EC547B5F-5A59-481D-93A9-CBA5C75E8AD3}" dt="2024-05-22T21:16:55.223" v="437"/>
        <pc:sldMkLst>
          <pc:docMk/>
          <pc:sldMk cId="0" sldId="260"/>
        </pc:sldMkLst>
        <pc:spChg chg="mod">
          <ac:chgData name="Erick Vega" userId="65e1e5dacfec4262" providerId="LiveId" clId="{EC547B5F-5A59-481D-93A9-CBA5C75E8AD3}" dt="2024-05-22T21:15:39.070" v="406" actId="1076"/>
          <ac:spMkLst>
            <pc:docMk/>
            <pc:sldMk cId="0" sldId="260"/>
            <ac:spMk id="12290" creationId="{44C86D99-F921-3AE9-8877-58E02370D138}"/>
          </ac:spMkLst>
        </pc:spChg>
        <pc:spChg chg="del">
          <ac:chgData name="Erick Vega" userId="65e1e5dacfec4262" providerId="LiveId" clId="{EC547B5F-5A59-481D-93A9-CBA5C75E8AD3}" dt="2024-05-22T21:15:03.315" v="400" actId="478"/>
          <ac:spMkLst>
            <pc:docMk/>
            <pc:sldMk cId="0" sldId="260"/>
            <ac:spMk id="12291" creationId="{2AD03A42-6F6D-A986-DE39-7A3C141BDD12}"/>
          </ac:spMkLst>
        </pc:spChg>
        <pc:graphicFrameChg chg="add del mod modGraphic">
          <ac:chgData name="Erick Vega" userId="65e1e5dacfec4262" providerId="LiveId" clId="{EC547B5F-5A59-481D-93A9-CBA5C75E8AD3}" dt="2024-05-22T21:15:23.686" v="404" actId="1032"/>
          <ac:graphicFrameMkLst>
            <pc:docMk/>
            <pc:sldMk cId="0" sldId="260"/>
            <ac:graphicFrameMk id="2" creationId="{FE395D9E-ACFA-A31D-4613-A6A3758EE9B7}"/>
          </ac:graphicFrameMkLst>
        </pc:graphicFrameChg>
        <pc:graphicFrameChg chg="add mod">
          <ac:chgData name="Erick Vega" userId="65e1e5dacfec4262" providerId="LiveId" clId="{EC547B5F-5A59-481D-93A9-CBA5C75E8AD3}" dt="2024-05-22T21:16:11.133" v="436" actId="20577"/>
          <ac:graphicFrameMkLst>
            <pc:docMk/>
            <pc:sldMk cId="0" sldId="260"/>
            <ac:graphicFrameMk id="3" creationId="{15CE300E-0000-A4EE-8231-B2AE5813F778}"/>
          </ac:graphicFrameMkLst>
        </pc:graphicFrameChg>
        <pc:picChg chg="add mod">
          <ac:chgData name="Erick Vega" userId="65e1e5dacfec4262" providerId="LiveId" clId="{EC547B5F-5A59-481D-93A9-CBA5C75E8AD3}" dt="2024-05-22T21:16:55.223" v="437"/>
          <ac:picMkLst>
            <pc:docMk/>
            <pc:sldMk cId="0" sldId="260"/>
            <ac:picMk id="4" creationId="{AA447A4D-F4D4-FD82-B456-46729FC78A73}"/>
          </ac:picMkLst>
        </pc:picChg>
      </pc:sldChg>
      <pc:sldChg chg="addSp delSp modSp mod">
        <pc:chgData name="Erick Vega" userId="65e1e5dacfec4262" providerId="LiveId" clId="{EC547B5F-5A59-481D-93A9-CBA5C75E8AD3}" dt="2024-05-22T21:05:31.518" v="326" actId="20577"/>
        <pc:sldMkLst>
          <pc:docMk/>
          <pc:sldMk cId="0" sldId="261"/>
        </pc:sldMkLst>
        <pc:spChg chg="add del mod">
          <ac:chgData name="Erick Vega" userId="65e1e5dacfec4262" providerId="LiveId" clId="{EC547B5F-5A59-481D-93A9-CBA5C75E8AD3}" dt="2024-05-22T20:56:06.674" v="120" actId="1032"/>
          <ac:spMkLst>
            <pc:docMk/>
            <pc:sldMk cId="0" sldId="261"/>
            <ac:spMk id="3" creationId="{9FE11B2F-91C4-8487-0966-52E6F72C1FEC}"/>
          </ac:spMkLst>
        </pc:spChg>
        <pc:spChg chg="add del mod">
          <ac:chgData name="Erick Vega" userId="65e1e5dacfec4262" providerId="LiveId" clId="{EC547B5F-5A59-481D-93A9-CBA5C75E8AD3}" dt="2024-05-22T20:57:34.215" v="132" actId="478"/>
          <ac:spMkLst>
            <pc:docMk/>
            <pc:sldMk cId="0" sldId="261"/>
            <ac:spMk id="7" creationId="{743E6FAA-4DCE-7F01-028A-D3F80D324429}"/>
          </ac:spMkLst>
        </pc:spChg>
        <pc:spChg chg="mod">
          <ac:chgData name="Erick Vega" userId="65e1e5dacfec4262" providerId="LiveId" clId="{EC547B5F-5A59-481D-93A9-CBA5C75E8AD3}" dt="2024-05-22T21:02:56.007" v="309" actId="1076"/>
          <ac:spMkLst>
            <pc:docMk/>
            <pc:sldMk cId="0" sldId="261"/>
            <ac:spMk id="10242" creationId="{FA6745BB-BE93-E45A-B6F9-A8AC6AE162FE}"/>
          </ac:spMkLst>
        </pc:spChg>
        <pc:graphicFrameChg chg="del">
          <ac:chgData name="Erick Vega" userId="65e1e5dacfec4262" providerId="LiveId" clId="{EC547B5F-5A59-481D-93A9-CBA5C75E8AD3}" dt="2024-05-22T20:54:27.504" v="119" actId="478"/>
          <ac:graphicFrameMkLst>
            <pc:docMk/>
            <pc:sldMk cId="0" sldId="261"/>
            <ac:graphicFrameMk id="4" creationId="{F5827647-A2A7-FA10-1530-51112E6C7E59}"/>
          </ac:graphicFrameMkLst>
        </pc:graphicFrameChg>
        <pc:graphicFrameChg chg="add del mod modGraphic">
          <ac:chgData name="Erick Vega" userId="65e1e5dacfec4262" providerId="LiveId" clId="{EC547B5F-5A59-481D-93A9-CBA5C75E8AD3}" dt="2024-05-22T20:57:27.081" v="131" actId="478"/>
          <ac:graphicFrameMkLst>
            <pc:docMk/>
            <pc:sldMk cId="0" sldId="261"/>
            <ac:graphicFrameMk id="5" creationId="{9B68807C-0E84-1583-6457-D7783F039C03}"/>
          </ac:graphicFrameMkLst>
        </pc:graphicFrameChg>
        <pc:graphicFrameChg chg="add del mod modGraphic">
          <ac:chgData name="Erick Vega" userId="65e1e5dacfec4262" providerId="LiveId" clId="{EC547B5F-5A59-481D-93A9-CBA5C75E8AD3}" dt="2024-05-22T20:58:10.844" v="142" actId="478"/>
          <ac:graphicFrameMkLst>
            <pc:docMk/>
            <pc:sldMk cId="0" sldId="261"/>
            <ac:graphicFrameMk id="8" creationId="{FEE9CDCE-3630-F014-0E2E-56886268F0AE}"/>
          </ac:graphicFrameMkLst>
        </pc:graphicFrameChg>
        <pc:graphicFrameChg chg="add mod modGraphic">
          <ac:chgData name="Erick Vega" userId="65e1e5dacfec4262" providerId="LiveId" clId="{EC547B5F-5A59-481D-93A9-CBA5C75E8AD3}" dt="2024-05-22T21:05:31.518" v="326" actId="20577"/>
          <ac:graphicFrameMkLst>
            <pc:docMk/>
            <pc:sldMk cId="0" sldId="261"/>
            <ac:graphicFrameMk id="9" creationId="{ECA85D2A-176D-20C0-88F2-0770F56E6913}"/>
          </ac:graphicFrameMkLst>
        </pc:graphicFrameChg>
        <pc:picChg chg="add mod">
          <ac:chgData name="Erick Vega" userId="65e1e5dacfec4262" providerId="LiveId" clId="{EC547B5F-5A59-481D-93A9-CBA5C75E8AD3}" dt="2024-05-22T21:04:21.068" v="316" actId="1440"/>
          <ac:picMkLst>
            <pc:docMk/>
            <pc:sldMk cId="0" sldId="261"/>
            <ac:picMk id="11" creationId="{E3AE3ED8-9204-6388-F583-6DC7660C65FA}"/>
          </ac:picMkLst>
        </pc:picChg>
      </pc:sldChg>
      <pc:sldChg chg="addSp modSp mod modNotesTx">
        <pc:chgData name="Erick Vega" userId="65e1e5dacfec4262" providerId="LiveId" clId="{EC547B5F-5A59-481D-93A9-CBA5C75E8AD3}" dt="2024-05-22T22:08:13.260" v="793" actId="14100"/>
        <pc:sldMkLst>
          <pc:docMk/>
          <pc:sldMk cId="0" sldId="262"/>
        </pc:sldMkLst>
        <pc:spChg chg="add">
          <ac:chgData name="Erick Vega" userId="65e1e5dacfec4262" providerId="LiveId" clId="{EC547B5F-5A59-481D-93A9-CBA5C75E8AD3}" dt="2024-05-22T22:07:28.662" v="784"/>
          <ac:spMkLst>
            <pc:docMk/>
            <pc:sldMk cId="0" sldId="262"/>
            <ac:spMk id="2" creationId="{5E09C5FC-1872-58CB-E04C-EA8EFAAA5B83}"/>
          </ac:spMkLst>
        </pc:spChg>
        <pc:spChg chg="mod">
          <ac:chgData name="Erick Vega" userId="65e1e5dacfec4262" providerId="LiveId" clId="{EC547B5F-5A59-481D-93A9-CBA5C75E8AD3}" dt="2024-05-22T21:49:51.347" v="763" actId="1076"/>
          <ac:spMkLst>
            <pc:docMk/>
            <pc:sldMk cId="0" sldId="262"/>
            <ac:spMk id="13314" creationId="{C603C8C1-088E-4C1B-E94E-1C17D9D8533D}"/>
          </ac:spMkLst>
        </pc:spChg>
        <pc:spChg chg="mod">
          <ac:chgData name="Erick Vega" userId="65e1e5dacfec4262" providerId="LiveId" clId="{EC547B5F-5A59-481D-93A9-CBA5C75E8AD3}" dt="2024-05-22T22:08:13.260" v="793" actId="14100"/>
          <ac:spMkLst>
            <pc:docMk/>
            <pc:sldMk cId="0" sldId="262"/>
            <ac:spMk id="13315" creationId="{2D87C2B9-74CC-D411-3BF1-42D00789A865}"/>
          </ac:spMkLst>
        </pc:spChg>
        <pc:picChg chg="add mod">
          <ac:chgData name="Erick Vega" userId="65e1e5dacfec4262" providerId="LiveId" clId="{EC547B5F-5A59-481D-93A9-CBA5C75E8AD3}" dt="2024-05-22T22:07:58.995" v="788" actId="1440"/>
          <ac:picMkLst>
            <pc:docMk/>
            <pc:sldMk cId="0" sldId="262"/>
            <ac:picMk id="4" creationId="{81504A0C-F5BF-9D41-2C70-1E7AE8993352}"/>
          </ac:picMkLst>
        </pc:picChg>
      </pc:sldChg>
      <pc:sldChg chg="addSp modSp mod">
        <pc:chgData name="Erick Vega" userId="65e1e5dacfec4262" providerId="LiveId" clId="{EC547B5F-5A59-481D-93A9-CBA5C75E8AD3}" dt="2024-05-22T22:12:42.744" v="856" actId="1076"/>
        <pc:sldMkLst>
          <pc:docMk/>
          <pc:sldMk cId="0" sldId="263"/>
        </pc:sldMkLst>
        <pc:spChg chg="add">
          <ac:chgData name="Erick Vega" userId="65e1e5dacfec4262" providerId="LiveId" clId="{EC547B5F-5A59-481D-93A9-CBA5C75E8AD3}" dt="2024-05-22T22:09:54.300" v="807"/>
          <ac:spMkLst>
            <pc:docMk/>
            <pc:sldMk cId="0" sldId="263"/>
            <ac:spMk id="2" creationId="{9BED8F72-8958-E8E3-61D9-4997A082D0C7}"/>
          </ac:spMkLst>
        </pc:spChg>
        <pc:spChg chg="mod">
          <ac:chgData name="Erick Vega" userId="65e1e5dacfec4262" providerId="LiveId" clId="{EC547B5F-5A59-481D-93A9-CBA5C75E8AD3}" dt="2024-05-22T22:10:08.072" v="811" actId="1076"/>
          <ac:spMkLst>
            <pc:docMk/>
            <pc:sldMk cId="0" sldId="263"/>
            <ac:spMk id="14338" creationId="{EA22330F-F5CB-823E-4F55-2A8EE26D8D81}"/>
          </ac:spMkLst>
        </pc:spChg>
        <pc:spChg chg="mod">
          <ac:chgData name="Erick Vega" userId="65e1e5dacfec4262" providerId="LiveId" clId="{EC547B5F-5A59-481D-93A9-CBA5C75E8AD3}" dt="2024-05-22T22:12:42.744" v="856" actId="1076"/>
          <ac:spMkLst>
            <pc:docMk/>
            <pc:sldMk cId="0" sldId="263"/>
            <ac:spMk id="14339" creationId="{14B2E1FC-5641-1D4E-BCAE-516C0420F832}"/>
          </ac:spMkLst>
        </pc:spChg>
        <pc:picChg chg="add mod">
          <ac:chgData name="Erick Vega" userId="65e1e5dacfec4262" providerId="LiveId" clId="{EC547B5F-5A59-481D-93A9-CBA5C75E8AD3}" dt="2024-05-22T22:11:43.231" v="826" actId="1076"/>
          <ac:picMkLst>
            <pc:docMk/>
            <pc:sldMk cId="0" sldId="263"/>
            <ac:picMk id="4" creationId="{C075EE8E-1DD7-3E9F-7DCB-7A4F1C360BA5}"/>
          </ac:picMkLst>
        </pc:picChg>
      </pc:sldChg>
      <pc:sldChg chg="addSp modSp mod modNotesTx">
        <pc:chgData name="Erick Vega" userId="65e1e5dacfec4262" providerId="LiveId" clId="{EC547B5F-5A59-481D-93A9-CBA5C75E8AD3}" dt="2024-05-22T22:58:58.398" v="924"/>
        <pc:sldMkLst>
          <pc:docMk/>
          <pc:sldMk cId="0" sldId="264"/>
        </pc:sldMkLst>
        <pc:spChg chg="mod">
          <ac:chgData name="Erick Vega" userId="65e1e5dacfec4262" providerId="LiveId" clId="{EC547B5F-5A59-481D-93A9-CBA5C75E8AD3}" dt="2024-05-22T22:54:58.902" v="879" actId="14100"/>
          <ac:spMkLst>
            <pc:docMk/>
            <pc:sldMk cId="0" sldId="264"/>
            <ac:spMk id="16386" creationId="{F57E5B0C-17AE-03BC-2B6F-B139AFA82B70}"/>
          </ac:spMkLst>
        </pc:spChg>
        <pc:spChg chg="mod">
          <ac:chgData name="Erick Vega" userId="65e1e5dacfec4262" providerId="LiveId" clId="{EC547B5F-5A59-481D-93A9-CBA5C75E8AD3}" dt="2024-05-22T22:58:08.060" v="923" actId="14100"/>
          <ac:spMkLst>
            <pc:docMk/>
            <pc:sldMk cId="0" sldId="264"/>
            <ac:spMk id="16387" creationId="{88602A94-B8B7-6833-D906-C25333C7FAA2}"/>
          </ac:spMkLst>
        </pc:spChg>
        <pc:picChg chg="add mod">
          <ac:chgData name="Erick Vega" userId="65e1e5dacfec4262" providerId="LiveId" clId="{EC547B5F-5A59-481D-93A9-CBA5C75E8AD3}" dt="2024-05-22T22:57:19.994" v="906" actId="1076"/>
          <ac:picMkLst>
            <pc:docMk/>
            <pc:sldMk cId="0" sldId="264"/>
            <ac:picMk id="3" creationId="{CE7C57CA-DE02-FB65-9FBD-B59DF69F9FD4}"/>
          </ac:picMkLst>
        </pc:picChg>
      </pc:sldChg>
      <pc:sldChg chg="addSp modSp mod">
        <pc:chgData name="Erick Vega" userId="65e1e5dacfec4262" providerId="LiveId" clId="{EC547B5F-5A59-481D-93A9-CBA5C75E8AD3}" dt="2024-05-22T23:03:45.817" v="978" actId="1076"/>
        <pc:sldMkLst>
          <pc:docMk/>
          <pc:sldMk cId="0" sldId="265"/>
        </pc:sldMkLst>
        <pc:spChg chg="mod">
          <ac:chgData name="Erick Vega" userId="65e1e5dacfec4262" providerId="LiveId" clId="{EC547B5F-5A59-481D-93A9-CBA5C75E8AD3}" dt="2024-05-22T22:59:32.463" v="932" actId="14100"/>
          <ac:spMkLst>
            <pc:docMk/>
            <pc:sldMk cId="0" sldId="265"/>
            <ac:spMk id="17410" creationId="{8ED0DF85-0857-EAAD-3B3A-CEEDA136DAFC}"/>
          </ac:spMkLst>
        </pc:spChg>
        <pc:spChg chg="mod">
          <ac:chgData name="Erick Vega" userId="65e1e5dacfec4262" providerId="LiveId" clId="{EC547B5F-5A59-481D-93A9-CBA5C75E8AD3}" dt="2024-05-22T23:03:45.817" v="978" actId="1076"/>
          <ac:spMkLst>
            <pc:docMk/>
            <pc:sldMk cId="0" sldId="265"/>
            <ac:spMk id="17411" creationId="{E8A3F46A-EACF-67ED-72E1-154196DB2CAF}"/>
          </ac:spMkLst>
        </pc:spChg>
        <pc:picChg chg="add mod">
          <ac:chgData name="Erick Vega" userId="65e1e5dacfec4262" providerId="LiveId" clId="{EC547B5F-5A59-481D-93A9-CBA5C75E8AD3}" dt="2024-05-22T23:03:41.172" v="977" actId="14100"/>
          <ac:picMkLst>
            <pc:docMk/>
            <pc:sldMk cId="0" sldId="265"/>
            <ac:picMk id="3" creationId="{D2278928-BF6E-F4DA-8A23-85AB88713036}"/>
          </ac:picMkLst>
        </pc:picChg>
      </pc:sldChg>
      <pc:sldChg chg="addSp modSp mod modNotesTx">
        <pc:chgData name="Erick Vega" userId="65e1e5dacfec4262" providerId="LiveId" clId="{EC547B5F-5A59-481D-93A9-CBA5C75E8AD3}" dt="2024-05-22T23:21:08.518" v="1017"/>
        <pc:sldMkLst>
          <pc:docMk/>
          <pc:sldMk cId="0" sldId="266"/>
        </pc:sldMkLst>
        <pc:spChg chg="mod">
          <ac:chgData name="Erick Vega" userId="65e1e5dacfec4262" providerId="LiveId" clId="{EC547B5F-5A59-481D-93A9-CBA5C75E8AD3}" dt="2024-05-22T23:15:53.385" v="986" actId="14100"/>
          <ac:spMkLst>
            <pc:docMk/>
            <pc:sldMk cId="0" sldId="266"/>
            <ac:spMk id="18434" creationId="{4F339880-5E06-E2E9-3840-BC41AAE8B8F8}"/>
          </ac:spMkLst>
        </pc:spChg>
        <pc:spChg chg="mod">
          <ac:chgData name="Erick Vega" userId="65e1e5dacfec4262" providerId="LiveId" clId="{EC547B5F-5A59-481D-93A9-CBA5C75E8AD3}" dt="2024-05-22T23:17:22.839" v="1008" actId="20577"/>
          <ac:spMkLst>
            <pc:docMk/>
            <pc:sldMk cId="0" sldId="266"/>
            <ac:spMk id="18435" creationId="{F7D9B1C0-E188-9681-E80C-612F91E558BD}"/>
          </ac:spMkLst>
        </pc:spChg>
        <pc:picChg chg="add mod">
          <ac:chgData name="Erick Vega" userId="65e1e5dacfec4262" providerId="LiveId" clId="{EC547B5F-5A59-481D-93A9-CBA5C75E8AD3}" dt="2024-05-22T23:18:39.255" v="1016" actId="1076"/>
          <ac:picMkLst>
            <pc:docMk/>
            <pc:sldMk cId="0" sldId="266"/>
            <ac:picMk id="3" creationId="{F6D389BA-8BFA-48DB-F5F8-B74405954429}"/>
          </ac:picMkLst>
        </pc:picChg>
      </pc:sldChg>
      <pc:sldChg chg="addSp modSp mod modAnim">
        <pc:chgData name="Erick Vega" userId="65e1e5dacfec4262" providerId="LiveId" clId="{EC547B5F-5A59-481D-93A9-CBA5C75E8AD3}" dt="2024-05-22T23:25:01.885" v="1076" actId="1076"/>
        <pc:sldMkLst>
          <pc:docMk/>
          <pc:sldMk cId="0" sldId="267"/>
        </pc:sldMkLst>
        <pc:spChg chg="mod">
          <ac:chgData name="Erick Vega" userId="65e1e5dacfec4262" providerId="LiveId" clId="{EC547B5F-5A59-481D-93A9-CBA5C75E8AD3}" dt="2024-05-22T23:23:33.487" v="1051" actId="1076"/>
          <ac:spMkLst>
            <pc:docMk/>
            <pc:sldMk cId="0" sldId="267"/>
            <ac:spMk id="20482" creationId="{E863CC2A-7660-3C4C-1AE2-59DE3A6968C7}"/>
          </ac:spMkLst>
        </pc:spChg>
        <pc:graphicFrameChg chg="mod">
          <ac:chgData name="Erick Vega" userId="65e1e5dacfec4262" providerId="LiveId" clId="{EC547B5F-5A59-481D-93A9-CBA5C75E8AD3}" dt="2024-05-22T23:23:39.659" v="1053" actId="1076"/>
          <ac:graphicFrameMkLst>
            <pc:docMk/>
            <pc:sldMk cId="0" sldId="267"/>
            <ac:graphicFrameMk id="7" creationId="{E029D36A-7266-1C4D-D4EE-DDDA3BCF5F56}"/>
          </ac:graphicFrameMkLst>
        </pc:graphicFrameChg>
        <pc:picChg chg="add mod">
          <ac:chgData name="Erick Vega" userId="65e1e5dacfec4262" providerId="LiveId" clId="{EC547B5F-5A59-481D-93A9-CBA5C75E8AD3}" dt="2024-05-22T23:24:58.711" v="1075" actId="1076"/>
          <ac:picMkLst>
            <pc:docMk/>
            <pc:sldMk cId="0" sldId="267"/>
            <ac:picMk id="2" creationId="{1AAB847B-9199-C261-F5CA-E7CA2D6632B8}"/>
          </ac:picMkLst>
        </pc:picChg>
        <pc:picChg chg="add mod">
          <ac:chgData name="Erick Vega" userId="65e1e5dacfec4262" providerId="LiveId" clId="{EC547B5F-5A59-481D-93A9-CBA5C75E8AD3}" dt="2024-05-22T23:24:56.705" v="1074" actId="1076"/>
          <ac:picMkLst>
            <pc:docMk/>
            <pc:sldMk cId="0" sldId="267"/>
            <ac:picMk id="3" creationId="{35789CB3-3F9F-1AA7-52C4-7A0F49C8D3DD}"/>
          </ac:picMkLst>
        </pc:picChg>
        <pc:picChg chg="add mod">
          <ac:chgData name="Erick Vega" userId="65e1e5dacfec4262" providerId="LiveId" clId="{EC547B5F-5A59-481D-93A9-CBA5C75E8AD3}" dt="2024-05-22T23:25:01.885" v="1076" actId="1076"/>
          <ac:picMkLst>
            <pc:docMk/>
            <pc:sldMk cId="0" sldId="267"/>
            <ac:picMk id="4" creationId="{B802A5A2-6E41-3D09-2684-D76CD3BC00F8}"/>
          </ac:picMkLst>
        </pc:picChg>
      </pc:sldChg>
      <pc:sldChg chg="addSp delSp modSp mod">
        <pc:chgData name="Erick Vega" userId="65e1e5dacfec4262" providerId="LiveId" clId="{EC547B5F-5A59-481D-93A9-CBA5C75E8AD3}" dt="2024-05-22T23:36:50.061" v="1155" actId="14100"/>
        <pc:sldMkLst>
          <pc:docMk/>
          <pc:sldMk cId="0" sldId="268"/>
        </pc:sldMkLst>
        <pc:spChg chg="add mod">
          <ac:chgData name="Erick Vega" userId="65e1e5dacfec4262" providerId="LiveId" clId="{EC547B5F-5A59-481D-93A9-CBA5C75E8AD3}" dt="2024-05-22T23:36:50.061" v="1155" actId="14100"/>
          <ac:spMkLst>
            <pc:docMk/>
            <pc:sldMk cId="0" sldId="268"/>
            <ac:spMk id="3" creationId="{CB3B87F2-A2CB-C752-2AE0-FEDBA52E17F2}"/>
          </ac:spMkLst>
        </pc:spChg>
        <pc:spChg chg="add">
          <ac:chgData name="Erick Vega" userId="65e1e5dacfec4262" providerId="LiveId" clId="{EC547B5F-5A59-481D-93A9-CBA5C75E8AD3}" dt="2024-05-22T23:36:40.603" v="1151"/>
          <ac:spMkLst>
            <pc:docMk/>
            <pc:sldMk cId="0" sldId="268"/>
            <ac:spMk id="4" creationId="{73E4AD2E-3820-E3BC-C41C-9D9F0DE4388D}"/>
          </ac:spMkLst>
        </pc:spChg>
        <pc:graphicFrameChg chg="del mod">
          <ac:chgData name="Erick Vega" userId="65e1e5dacfec4262" providerId="LiveId" clId="{EC547B5F-5A59-481D-93A9-CBA5C75E8AD3}" dt="2024-05-22T23:36:09.329" v="1140" actId="478"/>
          <ac:graphicFrameMkLst>
            <pc:docMk/>
            <pc:sldMk cId="0" sldId="268"/>
            <ac:graphicFrameMk id="5" creationId="{5F2AF02A-6891-81AF-6762-BC592D2D00DE}"/>
          </ac:graphicFrameMkLst>
        </pc:graphicFrameChg>
        <pc:picChg chg="add mod">
          <ac:chgData name="Erick Vega" userId="65e1e5dacfec4262" providerId="LiveId" clId="{EC547B5F-5A59-481D-93A9-CBA5C75E8AD3}" dt="2024-05-22T23:36:47.995" v="1154" actId="1076"/>
          <ac:picMkLst>
            <pc:docMk/>
            <pc:sldMk cId="0" sldId="268"/>
            <ac:picMk id="7" creationId="{A0C19FD6-9F1D-0892-15C8-D1D1D495F35D}"/>
          </ac:picMkLst>
        </pc:picChg>
      </pc:sldChg>
      <pc:sldChg chg="addSp modSp mod">
        <pc:chgData name="Erick Vega" userId="65e1e5dacfec4262" providerId="LiveId" clId="{EC547B5F-5A59-481D-93A9-CBA5C75E8AD3}" dt="2024-05-22T22:51:06.823" v="869" actId="6549"/>
        <pc:sldMkLst>
          <pc:docMk/>
          <pc:sldMk cId="0" sldId="269"/>
        </pc:sldMkLst>
        <pc:spChg chg="mod">
          <ac:chgData name="Erick Vega" userId="65e1e5dacfec4262" providerId="LiveId" clId="{EC547B5F-5A59-481D-93A9-CBA5C75E8AD3}" dt="2024-05-22T22:51:06.823" v="869" actId="6549"/>
          <ac:spMkLst>
            <pc:docMk/>
            <pc:sldMk cId="0" sldId="269"/>
            <ac:spMk id="15362" creationId="{81724BFB-A844-7483-8764-DF02B82A4354}"/>
          </ac:spMkLst>
        </pc:spChg>
        <pc:spChg chg="mod">
          <ac:chgData name="Erick Vega" userId="65e1e5dacfec4262" providerId="LiveId" clId="{EC547B5F-5A59-481D-93A9-CBA5C75E8AD3}" dt="2024-05-22T22:50:11.717" v="865" actId="14100"/>
          <ac:spMkLst>
            <pc:docMk/>
            <pc:sldMk cId="0" sldId="269"/>
            <ac:spMk id="15363" creationId="{D9CBD152-52C0-8F57-1508-7EC2652BB71E}"/>
          </ac:spMkLst>
        </pc:spChg>
        <pc:picChg chg="add mod">
          <ac:chgData name="Erick Vega" userId="65e1e5dacfec4262" providerId="LiveId" clId="{EC547B5F-5A59-481D-93A9-CBA5C75E8AD3}" dt="2024-05-22T22:51:02.715" v="868" actId="1076"/>
          <ac:picMkLst>
            <pc:docMk/>
            <pc:sldMk cId="0" sldId="269"/>
            <ac:picMk id="3" creationId="{E15080FA-00BB-FB8D-2E7D-C73EA968613A}"/>
          </ac:picMkLst>
        </pc:picChg>
      </pc:sldChg>
      <pc:sldChg chg="addSp delSp modSp mod">
        <pc:chgData name="Erick Vega" userId="65e1e5dacfec4262" providerId="LiveId" clId="{EC547B5F-5A59-481D-93A9-CBA5C75E8AD3}" dt="2024-05-22T23:30:25.565" v="1098" actId="1076"/>
        <pc:sldMkLst>
          <pc:docMk/>
          <pc:sldMk cId="0" sldId="270"/>
        </pc:sldMkLst>
        <pc:spChg chg="add mod">
          <ac:chgData name="Erick Vega" userId="65e1e5dacfec4262" providerId="LiveId" clId="{EC547B5F-5A59-481D-93A9-CBA5C75E8AD3}" dt="2024-05-22T23:30:02.468" v="1094" actId="1076"/>
          <ac:spMkLst>
            <pc:docMk/>
            <pc:sldMk cId="0" sldId="270"/>
            <ac:spMk id="3" creationId="{FAD4BF17-322C-111D-3EA5-CAAA294C7034}"/>
          </ac:spMkLst>
        </pc:spChg>
        <pc:spChg chg="mod">
          <ac:chgData name="Erick Vega" userId="65e1e5dacfec4262" providerId="LiveId" clId="{EC547B5F-5A59-481D-93A9-CBA5C75E8AD3}" dt="2024-05-22T23:29:45.505" v="1086" actId="14100"/>
          <ac:spMkLst>
            <pc:docMk/>
            <pc:sldMk cId="0" sldId="270"/>
            <ac:spMk id="21506" creationId="{6D3AAD59-D65C-B06B-078D-EF53CADDEBE6}"/>
          </ac:spMkLst>
        </pc:spChg>
        <pc:graphicFrameChg chg="del">
          <ac:chgData name="Erick Vega" userId="65e1e5dacfec4262" providerId="LiveId" clId="{EC547B5F-5A59-481D-93A9-CBA5C75E8AD3}" dt="2024-05-22T23:28:58.563" v="1077" actId="478"/>
          <ac:graphicFrameMkLst>
            <pc:docMk/>
            <pc:sldMk cId="0" sldId="270"/>
            <ac:graphicFrameMk id="7" creationId="{C61F8949-668F-845D-41D2-C6B301E5BDEF}"/>
          </ac:graphicFrameMkLst>
        </pc:graphicFrameChg>
        <pc:picChg chg="add mod">
          <ac:chgData name="Erick Vega" userId="65e1e5dacfec4262" providerId="LiveId" clId="{EC547B5F-5A59-481D-93A9-CBA5C75E8AD3}" dt="2024-05-22T23:30:25.565" v="1098" actId="1076"/>
          <ac:picMkLst>
            <pc:docMk/>
            <pc:sldMk cId="0" sldId="270"/>
            <ac:picMk id="5" creationId="{0167F6C6-EAA1-D966-65E6-89B4F87DB7FD}"/>
          </ac:picMkLst>
        </pc:picChg>
      </pc:sldChg>
      <pc:sldChg chg="addSp delSp modSp mod modNotesTx">
        <pc:chgData name="Erick Vega" userId="65e1e5dacfec4262" providerId="LiveId" clId="{EC547B5F-5A59-481D-93A9-CBA5C75E8AD3}" dt="2024-05-22T20:54:03.416" v="118"/>
        <pc:sldMkLst>
          <pc:docMk/>
          <pc:sldMk cId="0" sldId="272"/>
        </pc:sldMkLst>
        <pc:spChg chg="del">
          <ac:chgData name="Erick Vega" userId="65e1e5dacfec4262" providerId="LiveId" clId="{EC547B5F-5A59-481D-93A9-CBA5C75E8AD3}" dt="2024-05-22T20:28:49.915" v="0" actId="478"/>
          <ac:spMkLst>
            <pc:docMk/>
            <pc:sldMk cId="0" sldId="272"/>
            <ac:spMk id="4" creationId="{43BAE86D-C293-A8DE-1553-A7B7E69E9521}"/>
          </ac:spMkLst>
        </pc:spChg>
        <pc:spChg chg="mod">
          <ac:chgData name="Erick Vega" userId="65e1e5dacfec4262" providerId="LiveId" clId="{EC547B5F-5A59-481D-93A9-CBA5C75E8AD3}" dt="2024-05-22T20:38:15.213" v="100" actId="1076"/>
          <ac:spMkLst>
            <pc:docMk/>
            <pc:sldMk cId="0" sldId="272"/>
            <ac:spMk id="8194" creationId="{5FD16725-8223-D993-A481-429E62CB64AE}"/>
          </ac:spMkLst>
        </pc:spChg>
        <pc:graphicFrameChg chg="add del mod modGraphic">
          <ac:chgData name="Erick Vega" userId="65e1e5dacfec4262" providerId="LiveId" clId="{EC547B5F-5A59-481D-93A9-CBA5C75E8AD3}" dt="2024-05-22T20:32:02.158" v="24" actId="478"/>
          <ac:graphicFrameMkLst>
            <pc:docMk/>
            <pc:sldMk cId="0" sldId="272"/>
            <ac:graphicFrameMk id="5" creationId="{7A79A0A0-1E8A-7173-2641-F8C5A2114A6F}"/>
          </ac:graphicFrameMkLst>
        </pc:graphicFrameChg>
        <pc:graphicFrameChg chg="add del mod modGraphic">
          <ac:chgData name="Erick Vega" userId="65e1e5dacfec4262" providerId="LiveId" clId="{EC547B5F-5A59-481D-93A9-CBA5C75E8AD3}" dt="2024-05-22T20:32:34.431" v="30" actId="1032"/>
          <ac:graphicFrameMkLst>
            <pc:docMk/>
            <pc:sldMk cId="0" sldId="272"/>
            <ac:graphicFrameMk id="6" creationId="{6B255C3E-061D-747B-B9E7-521F0680454E}"/>
          </ac:graphicFrameMkLst>
        </pc:graphicFrameChg>
        <pc:graphicFrameChg chg="add mod modGraphic">
          <ac:chgData name="Erick Vega" userId="65e1e5dacfec4262" providerId="LiveId" clId="{EC547B5F-5A59-481D-93A9-CBA5C75E8AD3}" dt="2024-05-22T20:53:30.621" v="117"/>
          <ac:graphicFrameMkLst>
            <pc:docMk/>
            <pc:sldMk cId="0" sldId="272"/>
            <ac:graphicFrameMk id="7" creationId="{A5E1449E-3CB6-05EB-6A6B-2432ABF18570}"/>
          </ac:graphicFrameMkLst>
        </pc:graphicFrameChg>
      </pc:sldChg>
      <pc:sldChg chg="del">
        <pc:chgData name="Erick Vega" userId="65e1e5dacfec4262" providerId="LiveId" clId="{EC547B5F-5A59-481D-93A9-CBA5C75E8AD3}" dt="2024-05-22T20:44:42.508" v="103" actId="47"/>
        <pc:sldMkLst>
          <pc:docMk/>
          <pc:sldMk cId="0" sldId="273"/>
        </pc:sldMkLst>
      </pc:sldChg>
      <pc:sldChg chg="addSp modSp mod">
        <pc:chgData name="Erick Vega" userId="65e1e5dacfec4262" providerId="LiveId" clId="{EC547B5F-5A59-481D-93A9-CBA5C75E8AD3}" dt="2024-05-22T23:35:00.642" v="1138" actId="14100"/>
        <pc:sldMkLst>
          <pc:docMk/>
          <pc:sldMk cId="0" sldId="274"/>
        </pc:sldMkLst>
        <pc:spChg chg="mod">
          <ac:chgData name="Erick Vega" userId="65e1e5dacfec4262" providerId="LiveId" clId="{EC547B5F-5A59-481D-93A9-CBA5C75E8AD3}" dt="2024-05-22T23:34:53.835" v="1133" actId="1076"/>
          <ac:spMkLst>
            <pc:docMk/>
            <pc:sldMk cId="0" sldId="274"/>
            <ac:spMk id="22530" creationId="{A5A42343-7DDE-3573-EBE0-42916CBC3833}"/>
          </ac:spMkLst>
        </pc:spChg>
        <pc:graphicFrameChg chg="mod">
          <ac:chgData name="Erick Vega" userId="65e1e5dacfec4262" providerId="LiveId" clId="{EC547B5F-5A59-481D-93A9-CBA5C75E8AD3}" dt="2024-05-22T23:34:27.421" v="1132" actId="20577"/>
          <ac:graphicFrameMkLst>
            <pc:docMk/>
            <pc:sldMk cId="0" sldId="274"/>
            <ac:graphicFrameMk id="4" creationId="{FBAB250D-34E5-5FAB-F9CD-FA38EB2353BD}"/>
          </ac:graphicFrameMkLst>
        </pc:graphicFrameChg>
        <pc:picChg chg="add mod">
          <ac:chgData name="Erick Vega" userId="65e1e5dacfec4262" providerId="LiveId" clId="{EC547B5F-5A59-481D-93A9-CBA5C75E8AD3}" dt="2024-05-22T23:35:00.642" v="1138" actId="14100"/>
          <ac:picMkLst>
            <pc:docMk/>
            <pc:sldMk cId="0" sldId="274"/>
            <ac:picMk id="3" creationId="{B843A9E9-A7C3-0115-BDC6-09FCB8F2E391}"/>
          </ac:picMkLst>
        </pc:picChg>
      </pc:sldChg>
      <pc:sldChg chg="modSp mod">
        <pc:chgData name="Erick Vega" userId="65e1e5dacfec4262" providerId="LiveId" clId="{EC547B5F-5A59-481D-93A9-CBA5C75E8AD3}" dt="2024-05-22T23:37:27.725" v="1199" actId="20577"/>
        <pc:sldMkLst>
          <pc:docMk/>
          <pc:sldMk cId="0" sldId="275"/>
        </pc:sldMkLst>
        <pc:spChg chg="mod">
          <ac:chgData name="Erick Vega" userId="65e1e5dacfec4262" providerId="LiveId" clId="{EC547B5F-5A59-481D-93A9-CBA5C75E8AD3}" dt="2024-05-22T23:37:27.725" v="1199" actId="20577"/>
          <ac:spMkLst>
            <pc:docMk/>
            <pc:sldMk cId="0" sldId="275"/>
            <ac:spMk id="24578" creationId="{46BEDDD6-A468-8121-83CB-C3D046B2EDD3}"/>
          </ac:spMkLst>
        </pc:spChg>
      </pc:sldChg>
      <pc:sldChg chg="addSp modSp mod modAnim">
        <pc:chgData name="Erick Vega" userId="65e1e5dacfec4262" providerId="LiveId" clId="{EC547B5F-5A59-481D-93A9-CBA5C75E8AD3}" dt="2024-05-22T21:12:23.508" v="399" actId="20577"/>
        <pc:sldMkLst>
          <pc:docMk/>
          <pc:sldMk cId="0" sldId="276"/>
        </pc:sldMkLst>
        <pc:spChg chg="mod">
          <ac:chgData name="Erick Vega" userId="65e1e5dacfec4262" providerId="LiveId" clId="{EC547B5F-5A59-481D-93A9-CBA5C75E8AD3}" dt="2024-05-22T21:07:59.230" v="338" actId="6549"/>
          <ac:spMkLst>
            <pc:docMk/>
            <pc:sldMk cId="0" sldId="276"/>
            <ac:spMk id="11266" creationId="{17F39E6B-3678-30E7-8896-0F1BDC828B3B}"/>
          </ac:spMkLst>
        </pc:spChg>
        <pc:graphicFrameChg chg="add mod modGraphic">
          <ac:chgData name="Erick Vega" userId="65e1e5dacfec4262" providerId="LiveId" clId="{EC547B5F-5A59-481D-93A9-CBA5C75E8AD3}" dt="2024-05-22T21:12:23.508" v="399" actId="20577"/>
          <ac:graphicFrameMkLst>
            <pc:docMk/>
            <pc:sldMk cId="0" sldId="276"/>
            <ac:graphicFrameMk id="2" creationId="{35E8E4B3-A91A-A2FA-DD9B-F7803005CA0C}"/>
          </ac:graphicFrameMkLst>
        </pc:graphicFrameChg>
        <pc:picChg chg="add mod">
          <ac:chgData name="Erick Vega" userId="65e1e5dacfec4262" providerId="LiveId" clId="{EC547B5F-5A59-481D-93A9-CBA5C75E8AD3}" dt="2024-05-22T21:11:12.272" v="363" actId="1076"/>
          <ac:picMkLst>
            <pc:docMk/>
            <pc:sldMk cId="0" sldId="276"/>
            <ac:picMk id="4" creationId="{CC226DC0-5987-D64C-D2DF-8169F6C1B6A8}"/>
          </ac:picMkLst>
        </pc:picChg>
        <pc:picChg chg="add mod">
          <ac:chgData name="Erick Vega" userId="65e1e5dacfec4262" providerId="LiveId" clId="{EC547B5F-5A59-481D-93A9-CBA5C75E8AD3}" dt="2024-05-22T21:11:47.426" v="375" actId="1076"/>
          <ac:picMkLst>
            <pc:docMk/>
            <pc:sldMk cId="0" sldId="276"/>
            <ac:picMk id="5" creationId="{0365A234-E6D8-624C-92FD-0E5BFD6662BD}"/>
          </ac:picMkLst>
        </pc:picChg>
        <pc:picChg chg="add mod">
          <ac:chgData name="Erick Vega" userId="65e1e5dacfec4262" providerId="LiveId" clId="{EC547B5F-5A59-481D-93A9-CBA5C75E8AD3}" dt="2024-05-22T21:11:45.382" v="374" actId="1076"/>
          <ac:picMkLst>
            <pc:docMk/>
            <pc:sldMk cId="0" sldId="276"/>
            <ac:picMk id="6" creationId="{5533D4D3-2E96-CB74-1B4C-C6D1E7CD8563}"/>
          </ac:picMkLst>
        </pc:picChg>
        <pc:picChg chg="add mod">
          <ac:chgData name="Erick Vega" userId="65e1e5dacfec4262" providerId="LiveId" clId="{EC547B5F-5A59-481D-93A9-CBA5C75E8AD3}" dt="2024-05-22T21:11:48.892" v="376" actId="1076"/>
          <ac:picMkLst>
            <pc:docMk/>
            <pc:sldMk cId="0" sldId="276"/>
            <ac:picMk id="7" creationId="{CC2DDFB8-6D8C-9F52-E819-0A478E9FF776}"/>
          </ac:picMkLst>
        </pc:picChg>
      </pc:sldChg>
      <pc:sldChg chg="addSp delSp new del mod">
        <pc:chgData name="Erick Vega" userId="65e1e5dacfec4262" providerId="LiveId" clId="{EC547B5F-5A59-481D-93A9-CBA5C75E8AD3}" dt="2024-05-22T22:09:11.270" v="804" actId="47"/>
        <pc:sldMkLst>
          <pc:docMk/>
          <pc:sldMk cId="2892709357" sldId="278"/>
        </pc:sldMkLst>
        <pc:spChg chg="add del">
          <ac:chgData name="Erick Vega" userId="65e1e5dacfec4262" providerId="LiveId" clId="{EC547B5F-5A59-481D-93A9-CBA5C75E8AD3}" dt="2024-05-22T22:09:09.306" v="802" actId="478"/>
          <ac:spMkLst>
            <pc:docMk/>
            <pc:sldMk cId="2892709357" sldId="278"/>
            <ac:spMk id="2" creationId="{B0DF5CC8-1B17-7C16-962C-C6532BC4980A}"/>
          </ac:spMkLst>
        </pc:spChg>
        <pc:spChg chg="add del">
          <ac:chgData name="Erick Vega" userId="65e1e5dacfec4262" providerId="LiveId" clId="{EC547B5F-5A59-481D-93A9-CBA5C75E8AD3}" dt="2024-05-22T22:09:09.851" v="803" actId="478"/>
          <ac:spMkLst>
            <pc:docMk/>
            <pc:sldMk cId="2892709357" sldId="278"/>
            <ac:spMk id="3" creationId="{5708FE56-3031-D6BA-B4AF-8DCA8D3E1B59}"/>
          </ac:spMkLst>
        </pc:spChg>
        <pc:spChg chg="add">
          <ac:chgData name="Erick Vega" userId="65e1e5dacfec4262" providerId="LiveId" clId="{EC547B5F-5A59-481D-93A9-CBA5C75E8AD3}" dt="2024-05-22T22:08:42.102" v="797"/>
          <ac:spMkLst>
            <pc:docMk/>
            <pc:sldMk cId="2892709357" sldId="278"/>
            <ac:spMk id="4" creationId="{C814EBC1-FD80-0131-4B30-70A249527DC9}"/>
          </ac:spMkLst>
        </pc:spChg>
        <pc:picChg chg="add del">
          <ac:chgData name="Erick Vega" userId="65e1e5dacfec4262" providerId="LiveId" clId="{EC547B5F-5A59-481D-93A9-CBA5C75E8AD3}" dt="2024-05-22T22:09:08.194" v="801" actId="22"/>
          <ac:picMkLst>
            <pc:docMk/>
            <pc:sldMk cId="2892709357" sldId="278"/>
            <ac:picMk id="6" creationId="{18D2460C-3FF0-830E-C50E-DC51C05A273C}"/>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image" Target="../media/image12.jpg"/><Relationship Id="rId2" Type="http://schemas.openxmlformats.org/officeDocument/2006/relationships/image" Target="../media/image7.jpg"/><Relationship Id="rId1" Type="http://schemas.openxmlformats.org/officeDocument/2006/relationships/image" Target="../media/image6.png"/><Relationship Id="rId6" Type="http://schemas.openxmlformats.org/officeDocument/2006/relationships/image" Target="../media/image11.jpg"/><Relationship Id="rId5" Type="http://schemas.openxmlformats.org/officeDocument/2006/relationships/image" Target="../media/image10.png"/><Relationship Id="rId4" Type="http://schemas.openxmlformats.org/officeDocument/2006/relationships/image" Target="../media/image9.jpg"/></Relationships>
</file>

<file path=ppt/diagrams/_rels/drawing1.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image" Target="../media/image12.jpg"/><Relationship Id="rId2" Type="http://schemas.openxmlformats.org/officeDocument/2006/relationships/image" Target="../media/image7.jpg"/><Relationship Id="rId1" Type="http://schemas.openxmlformats.org/officeDocument/2006/relationships/image" Target="../media/image6.png"/><Relationship Id="rId6" Type="http://schemas.openxmlformats.org/officeDocument/2006/relationships/image" Target="../media/image11.jpg"/><Relationship Id="rId5" Type="http://schemas.openxmlformats.org/officeDocument/2006/relationships/image" Target="../media/image10.png"/><Relationship Id="rId4" Type="http://schemas.openxmlformats.org/officeDocument/2006/relationships/image" Target="../media/image9.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EB32A0-CB52-4D46-8DF5-25DFA15CCFA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s-MX"/>
        </a:p>
      </dgm:t>
    </dgm:pt>
    <dgm:pt modelId="{89D8313E-5388-40D2-9794-1C9BAFD9F9C2}">
      <dgm:prSet phldrT="[Texto]"/>
      <dgm:spPr/>
      <dgm:t>
        <a:bodyPr/>
        <a:lstStyle/>
        <a:p>
          <a:r>
            <a:rPr lang="es-MX" b="1" i="0" dirty="0"/>
            <a:t>Proyecto</a:t>
          </a:r>
          <a:endParaRPr lang="es-MX" dirty="0"/>
        </a:p>
      </dgm:t>
    </dgm:pt>
    <dgm:pt modelId="{B978B09B-54A8-4F32-9239-931F8651F3B4}" type="parTrans" cxnId="{D53F79C1-8473-42B2-AFDC-D8B6A215DAEB}">
      <dgm:prSet/>
      <dgm:spPr/>
      <dgm:t>
        <a:bodyPr/>
        <a:lstStyle/>
        <a:p>
          <a:endParaRPr lang="es-MX"/>
        </a:p>
      </dgm:t>
    </dgm:pt>
    <dgm:pt modelId="{D6DD74DB-183D-48D9-8865-A667B973C71E}" type="sibTrans" cxnId="{D53F79C1-8473-42B2-AFDC-D8B6A215DAEB}">
      <dgm:prSet/>
      <dgm:spPr/>
      <dgm:t>
        <a:bodyPr/>
        <a:lstStyle/>
        <a:p>
          <a:endParaRPr lang="es-MX"/>
        </a:p>
      </dgm:t>
    </dgm:pt>
    <dgm:pt modelId="{4B8A0ECE-377A-4DD9-A88B-544A9659CF19}">
      <dgm:prSet phldrT="[Texto]" custT="1"/>
      <dgm:spPr/>
      <dgm:t>
        <a:bodyPr/>
        <a:lstStyle/>
        <a:p>
          <a:r>
            <a:rPr lang="es-MX" sz="1400" b="0" i="0" dirty="0"/>
            <a:t>Esfuerzo temporal para crear un resultado único.</a:t>
          </a:r>
          <a:endParaRPr lang="es-MX" sz="1400" dirty="0"/>
        </a:p>
      </dgm:t>
    </dgm:pt>
    <dgm:pt modelId="{B9CBB1FC-725A-4FD6-925D-25981E6D9395}" type="parTrans" cxnId="{50FEE43E-D9A1-4D4E-9652-9716CD4984D2}">
      <dgm:prSet/>
      <dgm:spPr/>
      <dgm:t>
        <a:bodyPr/>
        <a:lstStyle/>
        <a:p>
          <a:endParaRPr lang="es-MX"/>
        </a:p>
      </dgm:t>
    </dgm:pt>
    <dgm:pt modelId="{B9F84470-57BD-4C53-A777-F905B8D1374A}" type="sibTrans" cxnId="{50FEE43E-D9A1-4D4E-9652-9716CD4984D2}">
      <dgm:prSet/>
      <dgm:spPr/>
      <dgm:t>
        <a:bodyPr/>
        <a:lstStyle/>
        <a:p>
          <a:endParaRPr lang="es-MX"/>
        </a:p>
      </dgm:t>
    </dgm:pt>
    <dgm:pt modelId="{DE024A77-3C47-4E46-8E6F-9D5733E48D70}">
      <dgm:prSet phldrT="[Texto]"/>
      <dgm:spPr/>
      <dgm:t>
        <a:bodyPr/>
        <a:lstStyle/>
        <a:p>
          <a:r>
            <a:rPr lang="es-MX" b="1" i="0" dirty="0"/>
            <a:t>Administración de Proyectos</a:t>
          </a:r>
          <a:endParaRPr lang="es-MX" dirty="0"/>
        </a:p>
      </dgm:t>
    </dgm:pt>
    <dgm:pt modelId="{7D9DA727-2CEE-4A61-B446-11AD23836742}" type="parTrans" cxnId="{5751F907-2803-433B-A6D6-98B97856175C}">
      <dgm:prSet/>
      <dgm:spPr/>
      <dgm:t>
        <a:bodyPr/>
        <a:lstStyle/>
        <a:p>
          <a:endParaRPr lang="es-MX"/>
        </a:p>
      </dgm:t>
    </dgm:pt>
    <dgm:pt modelId="{47CCEA49-39F0-434C-B353-96CA4A26B1F8}" type="sibTrans" cxnId="{5751F907-2803-433B-A6D6-98B97856175C}">
      <dgm:prSet/>
      <dgm:spPr/>
      <dgm:t>
        <a:bodyPr/>
        <a:lstStyle/>
        <a:p>
          <a:endParaRPr lang="es-MX"/>
        </a:p>
      </dgm:t>
    </dgm:pt>
    <dgm:pt modelId="{2C8363A9-9378-4A35-9D90-5857F7CD4ACE}">
      <dgm:prSet phldrT="[Texto]" custT="1"/>
      <dgm:spPr/>
      <dgm:t>
        <a:bodyPr/>
        <a:lstStyle/>
        <a:p>
          <a:r>
            <a:rPr lang="es-MX" sz="1200" b="0" i="0" dirty="0"/>
            <a:t>Aplicación de conocimientos, habilidades y herramientas para cumplir con los objetivos del proyecto.</a:t>
          </a:r>
          <a:endParaRPr lang="es-MX" sz="1200" dirty="0"/>
        </a:p>
      </dgm:t>
    </dgm:pt>
    <dgm:pt modelId="{ED4B0BAC-8DB0-48A7-B67C-DA1569B7F868}" type="parTrans" cxnId="{BB20216C-9E36-448A-A3D5-FE216F23FD97}">
      <dgm:prSet/>
      <dgm:spPr/>
      <dgm:t>
        <a:bodyPr/>
        <a:lstStyle/>
        <a:p>
          <a:endParaRPr lang="es-MX"/>
        </a:p>
      </dgm:t>
    </dgm:pt>
    <dgm:pt modelId="{ABC64094-2315-491C-B6EA-A0ECA48CAB72}" type="sibTrans" cxnId="{BB20216C-9E36-448A-A3D5-FE216F23FD97}">
      <dgm:prSet/>
      <dgm:spPr/>
      <dgm:t>
        <a:bodyPr/>
        <a:lstStyle/>
        <a:p>
          <a:endParaRPr lang="es-MX"/>
        </a:p>
      </dgm:t>
    </dgm:pt>
    <dgm:pt modelId="{99C07D3C-3422-4146-8E2C-C9050700BAA4}">
      <dgm:prSet phldrT="[Texto]"/>
      <dgm:spPr/>
      <dgm:t>
        <a:bodyPr/>
        <a:lstStyle/>
        <a:p>
          <a:r>
            <a:rPr lang="es-MX" b="1" i="0" dirty="0"/>
            <a:t>PMI</a:t>
          </a:r>
          <a:endParaRPr lang="es-MX" dirty="0"/>
        </a:p>
      </dgm:t>
    </dgm:pt>
    <dgm:pt modelId="{66140356-FBAB-40BF-AE38-4DAD7E2A76ED}" type="parTrans" cxnId="{8D321A70-00A8-489D-BC3B-8CDC2500C201}">
      <dgm:prSet/>
      <dgm:spPr/>
      <dgm:t>
        <a:bodyPr/>
        <a:lstStyle/>
        <a:p>
          <a:endParaRPr lang="es-MX"/>
        </a:p>
      </dgm:t>
    </dgm:pt>
    <dgm:pt modelId="{5DFF601A-88E1-43BD-8C6B-B986A5D2A44D}" type="sibTrans" cxnId="{8D321A70-00A8-489D-BC3B-8CDC2500C201}">
      <dgm:prSet/>
      <dgm:spPr/>
      <dgm:t>
        <a:bodyPr/>
        <a:lstStyle/>
        <a:p>
          <a:endParaRPr lang="es-MX"/>
        </a:p>
      </dgm:t>
    </dgm:pt>
    <dgm:pt modelId="{5F20D8AD-9C18-448B-82E3-999EDDEB3BF3}">
      <dgm:prSet phldrT="[Texto]"/>
      <dgm:spPr/>
      <dgm:t>
        <a:bodyPr/>
        <a:lstStyle/>
        <a:p>
          <a:r>
            <a:rPr lang="es-MX" b="0" i="0" dirty="0"/>
            <a:t>Organización que promueve estándares de gestión de proyectos</a:t>
          </a:r>
          <a:endParaRPr lang="es-MX" dirty="0"/>
        </a:p>
      </dgm:t>
    </dgm:pt>
    <dgm:pt modelId="{67B69D6D-18F1-40A0-B237-7C9EB09FFC94}" type="parTrans" cxnId="{EF714A88-9223-4752-BE1D-52C514C9887E}">
      <dgm:prSet/>
      <dgm:spPr/>
      <dgm:t>
        <a:bodyPr/>
        <a:lstStyle/>
        <a:p>
          <a:endParaRPr lang="es-MX"/>
        </a:p>
      </dgm:t>
    </dgm:pt>
    <dgm:pt modelId="{F66F60ED-1196-48EA-8247-C628E322BBCB}" type="sibTrans" cxnId="{EF714A88-9223-4752-BE1D-52C514C9887E}">
      <dgm:prSet/>
      <dgm:spPr/>
      <dgm:t>
        <a:bodyPr/>
        <a:lstStyle/>
        <a:p>
          <a:endParaRPr lang="es-MX"/>
        </a:p>
      </dgm:t>
    </dgm:pt>
    <dgm:pt modelId="{507F017B-4CD1-408A-AF4D-66E9903F4238}">
      <dgm:prSet/>
      <dgm:spPr/>
      <dgm:t>
        <a:bodyPr/>
        <a:lstStyle/>
        <a:p>
          <a:r>
            <a:rPr lang="es-MX" b="1" i="0" dirty="0"/>
            <a:t>Ciclo de Vida del Proyecto</a:t>
          </a:r>
          <a:endParaRPr lang="es-MX" dirty="0"/>
        </a:p>
      </dgm:t>
    </dgm:pt>
    <dgm:pt modelId="{81FAD2F5-9FF9-40BA-A3C9-2355A9E40CDE}" type="parTrans" cxnId="{58771C18-569B-4416-A6F3-DBCCEB2DF1F3}">
      <dgm:prSet/>
      <dgm:spPr/>
      <dgm:t>
        <a:bodyPr/>
        <a:lstStyle/>
        <a:p>
          <a:endParaRPr lang="es-MX"/>
        </a:p>
      </dgm:t>
    </dgm:pt>
    <dgm:pt modelId="{4CFBE65D-B5F1-45D4-BEC6-26BFE87FE150}" type="sibTrans" cxnId="{58771C18-569B-4416-A6F3-DBCCEB2DF1F3}">
      <dgm:prSet/>
      <dgm:spPr/>
      <dgm:t>
        <a:bodyPr/>
        <a:lstStyle/>
        <a:p>
          <a:endParaRPr lang="es-MX"/>
        </a:p>
      </dgm:t>
    </dgm:pt>
    <dgm:pt modelId="{C5512DA3-B3EE-44C2-B48C-E7FFFA407CBD}">
      <dgm:prSet/>
      <dgm:spPr/>
      <dgm:t>
        <a:bodyPr/>
        <a:lstStyle/>
        <a:p>
          <a:r>
            <a:rPr lang="es-MX" b="1" i="0" dirty="0"/>
            <a:t>Estructura de Desglose del Trabajo (EDT)</a:t>
          </a:r>
          <a:endParaRPr lang="es-MX" dirty="0"/>
        </a:p>
      </dgm:t>
    </dgm:pt>
    <dgm:pt modelId="{0924BD81-A3D1-42D8-9714-4130ED61EC41}" type="parTrans" cxnId="{87180F87-4DAC-4D1D-9D41-3E4CD336C3A9}">
      <dgm:prSet/>
      <dgm:spPr/>
      <dgm:t>
        <a:bodyPr/>
        <a:lstStyle/>
        <a:p>
          <a:endParaRPr lang="es-MX"/>
        </a:p>
      </dgm:t>
    </dgm:pt>
    <dgm:pt modelId="{64315760-9FD8-4EE0-BFB0-9A22C1D8C594}" type="sibTrans" cxnId="{87180F87-4DAC-4D1D-9D41-3E4CD336C3A9}">
      <dgm:prSet/>
      <dgm:spPr/>
      <dgm:t>
        <a:bodyPr/>
        <a:lstStyle/>
        <a:p>
          <a:endParaRPr lang="es-MX"/>
        </a:p>
      </dgm:t>
    </dgm:pt>
    <dgm:pt modelId="{B546B0CB-A437-44FC-AC4E-32D159DB7C5D}">
      <dgm:prSet/>
      <dgm:spPr/>
      <dgm:t>
        <a:bodyPr/>
        <a:lstStyle/>
        <a:p>
          <a:r>
            <a:rPr lang="es-MX" b="1" i="0" dirty="0"/>
            <a:t>Riesgo del Proyecto</a:t>
          </a:r>
          <a:endParaRPr lang="es-MX" dirty="0"/>
        </a:p>
      </dgm:t>
    </dgm:pt>
    <dgm:pt modelId="{A33CECD6-C0FF-4E0B-A33B-926C6DF587CD}" type="parTrans" cxnId="{3F19820C-CE9E-4372-BA6A-5C90C01E5C70}">
      <dgm:prSet/>
      <dgm:spPr/>
      <dgm:t>
        <a:bodyPr/>
        <a:lstStyle/>
        <a:p>
          <a:endParaRPr lang="es-MX"/>
        </a:p>
      </dgm:t>
    </dgm:pt>
    <dgm:pt modelId="{B1B77641-F2A3-4356-802C-E564710F2322}" type="sibTrans" cxnId="{3F19820C-CE9E-4372-BA6A-5C90C01E5C70}">
      <dgm:prSet/>
      <dgm:spPr/>
      <dgm:t>
        <a:bodyPr/>
        <a:lstStyle/>
        <a:p>
          <a:endParaRPr lang="es-MX"/>
        </a:p>
      </dgm:t>
    </dgm:pt>
    <dgm:pt modelId="{FA21F749-664C-47C9-9502-56D16904AF4B}">
      <dgm:prSet/>
      <dgm:spPr/>
      <dgm:t>
        <a:bodyPr/>
        <a:lstStyle/>
        <a:p>
          <a:r>
            <a:rPr lang="es-MX" b="1" i="0" dirty="0"/>
            <a:t>Comunicación del Proyecto</a:t>
          </a:r>
          <a:endParaRPr lang="es-MX" dirty="0"/>
        </a:p>
      </dgm:t>
    </dgm:pt>
    <dgm:pt modelId="{E7F7CBEF-F012-4989-96A3-885E2B0FB876}" type="parTrans" cxnId="{66B8F34D-4159-4DE7-B59A-691ADBFE4445}">
      <dgm:prSet/>
      <dgm:spPr/>
      <dgm:t>
        <a:bodyPr/>
        <a:lstStyle/>
        <a:p>
          <a:endParaRPr lang="es-MX"/>
        </a:p>
      </dgm:t>
    </dgm:pt>
    <dgm:pt modelId="{164C872E-7BB4-4ADB-87D7-33DFBD470739}" type="sibTrans" cxnId="{66B8F34D-4159-4DE7-B59A-691ADBFE4445}">
      <dgm:prSet/>
      <dgm:spPr/>
      <dgm:t>
        <a:bodyPr/>
        <a:lstStyle/>
        <a:p>
          <a:endParaRPr lang="es-MX"/>
        </a:p>
      </dgm:t>
    </dgm:pt>
    <dgm:pt modelId="{761083A4-8383-4088-9E33-FB56CAB6C6F0}">
      <dgm:prSet/>
      <dgm:spPr/>
      <dgm:t>
        <a:bodyPr/>
        <a:lstStyle/>
        <a:p>
          <a:r>
            <a:rPr lang="es-MX" b="0" i="0" dirty="0"/>
            <a:t>Secuencia de fases desde inicio hasta cierre.</a:t>
          </a:r>
          <a:endParaRPr lang="es-MX" dirty="0"/>
        </a:p>
      </dgm:t>
    </dgm:pt>
    <dgm:pt modelId="{0352C58D-CC89-4991-928A-A7BEAD8EBC0B}" type="parTrans" cxnId="{FFD8E3DF-1DCC-4FB6-83E8-D796AF6075C1}">
      <dgm:prSet/>
      <dgm:spPr/>
      <dgm:t>
        <a:bodyPr/>
        <a:lstStyle/>
        <a:p>
          <a:endParaRPr lang="es-MX"/>
        </a:p>
      </dgm:t>
    </dgm:pt>
    <dgm:pt modelId="{EBB666B7-42EF-43D0-A51A-A34666D7D654}" type="sibTrans" cxnId="{FFD8E3DF-1DCC-4FB6-83E8-D796AF6075C1}">
      <dgm:prSet/>
      <dgm:spPr/>
      <dgm:t>
        <a:bodyPr/>
        <a:lstStyle/>
        <a:p>
          <a:endParaRPr lang="es-MX"/>
        </a:p>
      </dgm:t>
    </dgm:pt>
    <dgm:pt modelId="{16305F57-1FC5-4862-8FD7-DD532BE5FDAE}">
      <dgm:prSet/>
      <dgm:spPr/>
      <dgm:t>
        <a:bodyPr/>
        <a:lstStyle/>
        <a:p>
          <a:r>
            <a:rPr lang="es-MX" b="0" i="0" dirty="0"/>
            <a:t>Descomposición jerárquica del alcance del proyecto.</a:t>
          </a:r>
          <a:endParaRPr lang="es-MX" dirty="0"/>
        </a:p>
      </dgm:t>
    </dgm:pt>
    <dgm:pt modelId="{65C8A403-1F96-4ADD-91CA-DAFC65FCED00}" type="parTrans" cxnId="{401D74C9-5D3F-43D8-8666-4817A6D0A573}">
      <dgm:prSet/>
      <dgm:spPr/>
      <dgm:t>
        <a:bodyPr/>
        <a:lstStyle/>
        <a:p>
          <a:endParaRPr lang="es-MX"/>
        </a:p>
      </dgm:t>
    </dgm:pt>
    <dgm:pt modelId="{6F3B2914-8073-4BE2-B46C-139B652A56AF}" type="sibTrans" cxnId="{401D74C9-5D3F-43D8-8666-4817A6D0A573}">
      <dgm:prSet/>
      <dgm:spPr/>
      <dgm:t>
        <a:bodyPr/>
        <a:lstStyle/>
        <a:p>
          <a:endParaRPr lang="es-MX"/>
        </a:p>
      </dgm:t>
    </dgm:pt>
    <dgm:pt modelId="{982BDF34-605C-4A80-8E4A-E4D327C67F8F}">
      <dgm:prSet/>
      <dgm:spPr/>
      <dgm:t>
        <a:bodyPr/>
        <a:lstStyle/>
        <a:p>
          <a:r>
            <a:rPr lang="es-MX" b="0" i="0" dirty="0"/>
            <a:t>Incertidumbre que puede afectar los objetivos del proyecto.</a:t>
          </a:r>
          <a:endParaRPr lang="es-MX" dirty="0"/>
        </a:p>
      </dgm:t>
    </dgm:pt>
    <dgm:pt modelId="{303D8F78-7C08-40AD-AEBF-465152AA6C96}" type="parTrans" cxnId="{F39D2331-819C-44F5-80BE-A356E0C639A1}">
      <dgm:prSet/>
      <dgm:spPr/>
      <dgm:t>
        <a:bodyPr/>
        <a:lstStyle/>
        <a:p>
          <a:endParaRPr lang="es-MX"/>
        </a:p>
      </dgm:t>
    </dgm:pt>
    <dgm:pt modelId="{57D50025-8A15-4342-925E-BF5857743468}" type="sibTrans" cxnId="{F39D2331-819C-44F5-80BE-A356E0C639A1}">
      <dgm:prSet/>
      <dgm:spPr/>
      <dgm:t>
        <a:bodyPr/>
        <a:lstStyle/>
        <a:p>
          <a:endParaRPr lang="es-MX"/>
        </a:p>
      </dgm:t>
    </dgm:pt>
    <dgm:pt modelId="{F98D13E1-D5C1-456E-9EA0-7037BF4DC355}">
      <dgm:prSet/>
      <dgm:spPr/>
      <dgm:t>
        <a:bodyPr/>
        <a:lstStyle/>
        <a:p>
          <a:r>
            <a:rPr lang="es-MX" b="0" i="0" dirty="0"/>
            <a:t>Planificación y gestión de información relevante para las partes interesadas.</a:t>
          </a:r>
          <a:endParaRPr lang="es-MX" dirty="0"/>
        </a:p>
      </dgm:t>
    </dgm:pt>
    <dgm:pt modelId="{48E4A3FC-47F7-406B-B557-B686E9859478}" type="parTrans" cxnId="{3F706070-146C-4F62-9047-D5ABC75A3BC8}">
      <dgm:prSet/>
      <dgm:spPr/>
      <dgm:t>
        <a:bodyPr/>
        <a:lstStyle/>
        <a:p>
          <a:endParaRPr lang="es-MX"/>
        </a:p>
      </dgm:t>
    </dgm:pt>
    <dgm:pt modelId="{D581DD63-0657-4388-B0D2-64DC988AA4C4}" type="sibTrans" cxnId="{3F706070-146C-4F62-9047-D5ABC75A3BC8}">
      <dgm:prSet/>
      <dgm:spPr/>
      <dgm:t>
        <a:bodyPr/>
        <a:lstStyle/>
        <a:p>
          <a:endParaRPr lang="es-MX"/>
        </a:p>
      </dgm:t>
    </dgm:pt>
    <dgm:pt modelId="{A594C2D8-93F5-402C-92A5-CB5E26A7BC3E}" type="pres">
      <dgm:prSet presAssocID="{6CEB32A0-CB52-4D46-8DF5-25DFA15CCFAE}" presName="diagram" presStyleCnt="0">
        <dgm:presLayoutVars>
          <dgm:dir/>
          <dgm:animLvl val="lvl"/>
          <dgm:resizeHandles val="exact"/>
        </dgm:presLayoutVars>
      </dgm:prSet>
      <dgm:spPr/>
    </dgm:pt>
    <dgm:pt modelId="{C1B0282C-09C6-47C4-95F3-0763E2B9A0DF}" type="pres">
      <dgm:prSet presAssocID="{89D8313E-5388-40D2-9794-1C9BAFD9F9C2}" presName="compNode" presStyleCnt="0"/>
      <dgm:spPr/>
    </dgm:pt>
    <dgm:pt modelId="{CC896E39-858F-4193-93B5-907F16024AFD}" type="pres">
      <dgm:prSet presAssocID="{89D8313E-5388-40D2-9794-1C9BAFD9F9C2}" presName="childRect" presStyleLbl="bgAcc1" presStyleIdx="0" presStyleCnt="7">
        <dgm:presLayoutVars>
          <dgm:bulletEnabled val="1"/>
        </dgm:presLayoutVars>
      </dgm:prSet>
      <dgm:spPr/>
    </dgm:pt>
    <dgm:pt modelId="{91B85A49-8A74-4DB2-9DD5-74335440AEE8}" type="pres">
      <dgm:prSet presAssocID="{89D8313E-5388-40D2-9794-1C9BAFD9F9C2}" presName="parentText" presStyleLbl="node1" presStyleIdx="0" presStyleCnt="0">
        <dgm:presLayoutVars>
          <dgm:chMax val="0"/>
          <dgm:bulletEnabled val="1"/>
        </dgm:presLayoutVars>
      </dgm:prSet>
      <dgm:spPr/>
    </dgm:pt>
    <dgm:pt modelId="{6FD7E7F4-9BD0-4B4A-BD8B-2468F619CA29}" type="pres">
      <dgm:prSet presAssocID="{89D8313E-5388-40D2-9794-1C9BAFD9F9C2}" presName="parentRect" presStyleLbl="alignNode1" presStyleIdx="0" presStyleCnt="7"/>
      <dgm:spPr/>
    </dgm:pt>
    <dgm:pt modelId="{2849702F-1091-4C87-851F-FE6933F7EA8D}" type="pres">
      <dgm:prSet presAssocID="{89D8313E-5388-40D2-9794-1C9BAFD9F9C2}" presName="adorn" presStyleLbl="fgAccFollowNode1" presStyleIdx="0" presStyleCnt="7"/>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2E39F1FF-07C9-4692-A275-DBD651FF070C}" type="pres">
      <dgm:prSet presAssocID="{D6DD74DB-183D-48D9-8865-A667B973C71E}" presName="sibTrans" presStyleLbl="sibTrans2D1" presStyleIdx="0" presStyleCnt="0"/>
      <dgm:spPr/>
    </dgm:pt>
    <dgm:pt modelId="{62798378-938C-45FA-B867-DCAFA8F4D7B0}" type="pres">
      <dgm:prSet presAssocID="{DE024A77-3C47-4E46-8E6F-9D5733E48D70}" presName="compNode" presStyleCnt="0"/>
      <dgm:spPr/>
    </dgm:pt>
    <dgm:pt modelId="{8DB2D23D-E7F4-481C-BE51-927BAFCF8733}" type="pres">
      <dgm:prSet presAssocID="{DE024A77-3C47-4E46-8E6F-9D5733E48D70}" presName="childRect" presStyleLbl="bgAcc1" presStyleIdx="1" presStyleCnt="7">
        <dgm:presLayoutVars>
          <dgm:bulletEnabled val="1"/>
        </dgm:presLayoutVars>
      </dgm:prSet>
      <dgm:spPr/>
    </dgm:pt>
    <dgm:pt modelId="{C82653A4-8C9D-4812-84D2-DFC16A0B768D}" type="pres">
      <dgm:prSet presAssocID="{DE024A77-3C47-4E46-8E6F-9D5733E48D70}" presName="parentText" presStyleLbl="node1" presStyleIdx="0" presStyleCnt="0">
        <dgm:presLayoutVars>
          <dgm:chMax val="0"/>
          <dgm:bulletEnabled val="1"/>
        </dgm:presLayoutVars>
      </dgm:prSet>
      <dgm:spPr/>
    </dgm:pt>
    <dgm:pt modelId="{227F7557-CF49-41A6-9F56-6491D5B5AC2C}" type="pres">
      <dgm:prSet presAssocID="{DE024A77-3C47-4E46-8E6F-9D5733E48D70}" presName="parentRect" presStyleLbl="alignNode1" presStyleIdx="1" presStyleCnt="7"/>
      <dgm:spPr/>
    </dgm:pt>
    <dgm:pt modelId="{57D044B8-1EAB-41D3-B147-63EEAA09CF24}" type="pres">
      <dgm:prSet presAssocID="{DE024A77-3C47-4E46-8E6F-9D5733E48D70}" presName="adorn" presStyleLbl="fgAccFollowNode1" presStyleIdx="1" presStyleCnt="7"/>
      <dgm:spPr>
        <a:blipFill>
          <a:blip xmlns:r="http://schemas.openxmlformats.org/officeDocument/2006/relationships" r:embed="rId2">
            <a:extLst>
              <a:ext uri="{28A0092B-C50C-407E-A947-70E740481C1C}">
                <a14:useLocalDpi xmlns:a14="http://schemas.microsoft.com/office/drawing/2010/main" val="0"/>
              </a:ext>
            </a:extLst>
          </a:blip>
          <a:srcRect/>
          <a:stretch>
            <a:fillRect t="-4000" b="-4000"/>
          </a:stretch>
        </a:blipFill>
      </dgm:spPr>
    </dgm:pt>
    <dgm:pt modelId="{A5A34036-61B4-4487-A982-41F3D00152C2}" type="pres">
      <dgm:prSet presAssocID="{47CCEA49-39F0-434C-B353-96CA4A26B1F8}" presName="sibTrans" presStyleLbl="sibTrans2D1" presStyleIdx="0" presStyleCnt="0"/>
      <dgm:spPr/>
    </dgm:pt>
    <dgm:pt modelId="{35157373-429C-4A1C-B017-3B998ACC0E02}" type="pres">
      <dgm:prSet presAssocID="{99C07D3C-3422-4146-8E2C-C9050700BAA4}" presName="compNode" presStyleCnt="0"/>
      <dgm:spPr/>
    </dgm:pt>
    <dgm:pt modelId="{0C59C942-5ABB-48BA-9947-1EBAE1E32DDD}" type="pres">
      <dgm:prSet presAssocID="{99C07D3C-3422-4146-8E2C-C9050700BAA4}" presName="childRect" presStyleLbl="bgAcc1" presStyleIdx="2" presStyleCnt="7">
        <dgm:presLayoutVars>
          <dgm:bulletEnabled val="1"/>
        </dgm:presLayoutVars>
      </dgm:prSet>
      <dgm:spPr/>
    </dgm:pt>
    <dgm:pt modelId="{1F4AC9F7-661F-43D7-B14F-8C4EBB19C90E}" type="pres">
      <dgm:prSet presAssocID="{99C07D3C-3422-4146-8E2C-C9050700BAA4}" presName="parentText" presStyleLbl="node1" presStyleIdx="0" presStyleCnt="0">
        <dgm:presLayoutVars>
          <dgm:chMax val="0"/>
          <dgm:bulletEnabled val="1"/>
        </dgm:presLayoutVars>
      </dgm:prSet>
      <dgm:spPr/>
    </dgm:pt>
    <dgm:pt modelId="{848DEC9C-CEC4-48A0-B849-C3D317D6D72F}" type="pres">
      <dgm:prSet presAssocID="{99C07D3C-3422-4146-8E2C-C9050700BAA4}" presName="parentRect" presStyleLbl="alignNode1" presStyleIdx="2" presStyleCnt="7"/>
      <dgm:spPr/>
    </dgm:pt>
    <dgm:pt modelId="{BBBE087F-79C1-42F2-8207-A86B8A3D6253}" type="pres">
      <dgm:prSet presAssocID="{99C07D3C-3422-4146-8E2C-C9050700BAA4}" presName="adorn" presStyleLbl="fgAccFollowNode1" presStyleIdx="2" presStyleCnt="7"/>
      <dgm:spPr>
        <a:blipFill>
          <a:blip xmlns:r="http://schemas.openxmlformats.org/officeDocument/2006/relationships" r:embed="rId3">
            <a:extLst>
              <a:ext uri="{28A0092B-C50C-407E-A947-70E740481C1C}">
                <a14:useLocalDpi xmlns:a14="http://schemas.microsoft.com/office/drawing/2010/main" val="0"/>
              </a:ext>
            </a:extLst>
          </a:blip>
          <a:srcRect/>
          <a:stretch>
            <a:fillRect l="-25000" r="-25000"/>
          </a:stretch>
        </a:blipFill>
      </dgm:spPr>
    </dgm:pt>
    <dgm:pt modelId="{4BC57BE6-0EBA-4B02-AB64-8BE7B8832E85}" type="pres">
      <dgm:prSet presAssocID="{5DFF601A-88E1-43BD-8C6B-B986A5D2A44D}" presName="sibTrans" presStyleLbl="sibTrans2D1" presStyleIdx="0" presStyleCnt="0"/>
      <dgm:spPr/>
    </dgm:pt>
    <dgm:pt modelId="{82EB0E88-A75E-4C19-A511-AAF4A4788C02}" type="pres">
      <dgm:prSet presAssocID="{507F017B-4CD1-408A-AF4D-66E9903F4238}" presName="compNode" presStyleCnt="0"/>
      <dgm:spPr/>
    </dgm:pt>
    <dgm:pt modelId="{A93A3815-3AC1-4A8F-884E-EB1315CC2DA2}" type="pres">
      <dgm:prSet presAssocID="{507F017B-4CD1-408A-AF4D-66E9903F4238}" presName="childRect" presStyleLbl="bgAcc1" presStyleIdx="3" presStyleCnt="7">
        <dgm:presLayoutVars>
          <dgm:bulletEnabled val="1"/>
        </dgm:presLayoutVars>
      </dgm:prSet>
      <dgm:spPr/>
    </dgm:pt>
    <dgm:pt modelId="{AB647294-53D1-4B26-BA1B-E175CDEF9AC7}" type="pres">
      <dgm:prSet presAssocID="{507F017B-4CD1-408A-AF4D-66E9903F4238}" presName="parentText" presStyleLbl="node1" presStyleIdx="0" presStyleCnt="0">
        <dgm:presLayoutVars>
          <dgm:chMax val="0"/>
          <dgm:bulletEnabled val="1"/>
        </dgm:presLayoutVars>
      </dgm:prSet>
      <dgm:spPr/>
    </dgm:pt>
    <dgm:pt modelId="{A9DE3421-A679-4960-AF6C-86C77DAF38D5}" type="pres">
      <dgm:prSet presAssocID="{507F017B-4CD1-408A-AF4D-66E9903F4238}" presName="parentRect" presStyleLbl="alignNode1" presStyleIdx="3" presStyleCnt="7"/>
      <dgm:spPr/>
    </dgm:pt>
    <dgm:pt modelId="{A7B00509-D499-4536-B3D1-CE3ECF413D68}" type="pres">
      <dgm:prSet presAssocID="{507F017B-4CD1-408A-AF4D-66E9903F4238}" presName="adorn" presStyleLbl="fgAccFollowNode1" presStyleIdx="3" presStyleCnt="7"/>
      <dgm:spPr>
        <a:blipFill>
          <a:blip xmlns:r="http://schemas.openxmlformats.org/officeDocument/2006/relationships" r:embed="rId4">
            <a:extLst>
              <a:ext uri="{28A0092B-C50C-407E-A947-70E740481C1C}">
                <a14:useLocalDpi xmlns:a14="http://schemas.microsoft.com/office/drawing/2010/main" val="0"/>
              </a:ext>
            </a:extLst>
          </a:blip>
          <a:srcRect/>
          <a:stretch>
            <a:fillRect l="-17000" r="-17000"/>
          </a:stretch>
        </a:blipFill>
      </dgm:spPr>
    </dgm:pt>
    <dgm:pt modelId="{1C702557-9B94-4F89-8767-96D1D765D3D1}" type="pres">
      <dgm:prSet presAssocID="{4CFBE65D-B5F1-45D4-BEC6-26BFE87FE150}" presName="sibTrans" presStyleLbl="sibTrans2D1" presStyleIdx="0" presStyleCnt="0"/>
      <dgm:spPr/>
    </dgm:pt>
    <dgm:pt modelId="{F66F7B24-E02E-4E8F-88DA-918B3942C036}" type="pres">
      <dgm:prSet presAssocID="{C5512DA3-B3EE-44C2-B48C-E7FFFA407CBD}" presName="compNode" presStyleCnt="0"/>
      <dgm:spPr/>
    </dgm:pt>
    <dgm:pt modelId="{E9A28876-3B25-48EA-B3DF-B032EA354547}" type="pres">
      <dgm:prSet presAssocID="{C5512DA3-B3EE-44C2-B48C-E7FFFA407CBD}" presName="childRect" presStyleLbl="bgAcc1" presStyleIdx="4" presStyleCnt="7">
        <dgm:presLayoutVars>
          <dgm:bulletEnabled val="1"/>
        </dgm:presLayoutVars>
      </dgm:prSet>
      <dgm:spPr/>
    </dgm:pt>
    <dgm:pt modelId="{2FC0D651-CF15-4FE9-86F7-24511942F6F7}" type="pres">
      <dgm:prSet presAssocID="{C5512DA3-B3EE-44C2-B48C-E7FFFA407CBD}" presName="parentText" presStyleLbl="node1" presStyleIdx="0" presStyleCnt="0">
        <dgm:presLayoutVars>
          <dgm:chMax val="0"/>
          <dgm:bulletEnabled val="1"/>
        </dgm:presLayoutVars>
      </dgm:prSet>
      <dgm:spPr/>
    </dgm:pt>
    <dgm:pt modelId="{9BC9C7AF-41DE-4247-9DE7-CE3714102FA0}" type="pres">
      <dgm:prSet presAssocID="{C5512DA3-B3EE-44C2-B48C-E7FFFA407CBD}" presName="parentRect" presStyleLbl="alignNode1" presStyleIdx="4" presStyleCnt="7"/>
      <dgm:spPr/>
    </dgm:pt>
    <dgm:pt modelId="{A27C45E1-5662-41E5-975F-2A03A29627C8}" type="pres">
      <dgm:prSet presAssocID="{C5512DA3-B3EE-44C2-B48C-E7FFFA407CBD}" presName="adorn" presStyleLbl="fgAccFollowNode1" presStyleIdx="4" presStyleCnt="7"/>
      <dgm:spPr>
        <a:blipFill>
          <a:blip xmlns:r="http://schemas.openxmlformats.org/officeDocument/2006/relationships" r:embed="rId5">
            <a:extLst>
              <a:ext uri="{28A0092B-C50C-407E-A947-70E740481C1C}">
                <a14:useLocalDpi xmlns:a14="http://schemas.microsoft.com/office/drawing/2010/main" val="0"/>
              </a:ext>
            </a:extLst>
          </a:blip>
          <a:srcRect/>
          <a:stretch>
            <a:fillRect t="-2000" b="-2000"/>
          </a:stretch>
        </a:blipFill>
      </dgm:spPr>
    </dgm:pt>
    <dgm:pt modelId="{C1C80369-71BA-4685-92A2-621992633BCB}" type="pres">
      <dgm:prSet presAssocID="{64315760-9FD8-4EE0-BFB0-9A22C1D8C594}" presName="sibTrans" presStyleLbl="sibTrans2D1" presStyleIdx="0" presStyleCnt="0"/>
      <dgm:spPr/>
    </dgm:pt>
    <dgm:pt modelId="{EF91B158-9384-4543-9D53-73A3F68911E5}" type="pres">
      <dgm:prSet presAssocID="{B546B0CB-A437-44FC-AC4E-32D159DB7C5D}" presName="compNode" presStyleCnt="0"/>
      <dgm:spPr/>
    </dgm:pt>
    <dgm:pt modelId="{1C7C8746-2992-4A72-B720-D3AF351BED83}" type="pres">
      <dgm:prSet presAssocID="{B546B0CB-A437-44FC-AC4E-32D159DB7C5D}" presName="childRect" presStyleLbl="bgAcc1" presStyleIdx="5" presStyleCnt="7">
        <dgm:presLayoutVars>
          <dgm:bulletEnabled val="1"/>
        </dgm:presLayoutVars>
      </dgm:prSet>
      <dgm:spPr/>
    </dgm:pt>
    <dgm:pt modelId="{33C23AEC-E6F0-43FF-AC1F-CB4C7A7DAD4F}" type="pres">
      <dgm:prSet presAssocID="{B546B0CB-A437-44FC-AC4E-32D159DB7C5D}" presName="parentText" presStyleLbl="node1" presStyleIdx="0" presStyleCnt="0">
        <dgm:presLayoutVars>
          <dgm:chMax val="0"/>
          <dgm:bulletEnabled val="1"/>
        </dgm:presLayoutVars>
      </dgm:prSet>
      <dgm:spPr/>
    </dgm:pt>
    <dgm:pt modelId="{6C2AF5FC-9F89-473B-B080-0A3205432ADE}" type="pres">
      <dgm:prSet presAssocID="{B546B0CB-A437-44FC-AC4E-32D159DB7C5D}" presName="parentRect" presStyleLbl="alignNode1" presStyleIdx="5" presStyleCnt="7"/>
      <dgm:spPr/>
    </dgm:pt>
    <dgm:pt modelId="{4B4A3A19-E2C8-4D7C-81C2-16157416A235}" type="pres">
      <dgm:prSet presAssocID="{B546B0CB-A437-44FC-AC4E-32D159DB7C5D}" presName="adorn" presStyleLbl="fgAccFollowNode1" presStyleIdx="5" presStyleCnt="7"/>
      <dgm:spPr>
        <a:blipFill>
          <a:blip xmlns:r="http://schemas.openxmlformats.org/officeDocument/2006/relationships" r:embed="rId6">
            <a:extLst>
              <a:ext uri="{28A0092B-C50C-407E-A947-70E740481C1C}">
                <a14:useLocalDpi xmlns:a14="http://schemas.microsoft.com/office/drawing/2010/main" val="0"/>
              </a:ext>
            </a:extLst>
          </a:blip>
          <a:srcRect/>
          <a:stretch>
            <a:fillRect/>
          </a:stretch>
        </a:blipFill>
      </dgm:spPr>
    </dgm:pt>
    <dgm:pt modelId="{9CCD43A5-12DA-4E43-845D-A7B23FF78EB1}" type="pres">
      <dgm:prSet presAssocID="{B1B77641-F2A3-4356-802C-E564710F2322}" presName="sibTrans" presStyleLbl="sibTrans2D1" presStyleIdx="0" presStyleCnt="0"/>
      <dgm:spPr/>
    </dgm:pt>
    <dgm:pt modelId="{8CC1E768-F429-41B5-98B2-8CB701549DBF}" type="pres">
      <dgm:prSet presAssocID="{FA21F749-664C-47C9-9502-56D16904AF4B}" presName="compNode" presStyleCnt="0"/>
      <dgm:spPr/>
    </dgm:pt>
    <dgm:pt modelId="{6CF496C7-B466-4ECF-87A0-ACF4E465AC6E}" type="pres">
      <dgm:prSet presAssocID="{FA21F749-664C-47C9-9502-56D16904AF4B}" presName="childRect" presStyleLbl="bgAcc1" presStyleIdx="6" presStyleCnt="7">
        <dgm:presLayoutVars>
          <dgm:bulletEnabled val="1"/>
        </dgm:presLayoutVars>
      </dgm:prSet>
      <dgm:spPr/>
    </dgm:pt>
    <dgm:pt modelId="{6A416D5B-20BA-4CB1-AA48-24D2C3F7F65A}" type="pres">
      <dgm:prSet presAssocID="{FA21F749-664C-47C9-9502-56D16904AF4B}" presName="parentText" presStyleLbl="node1" presStyleIdx="0" presStyleCnt="0">
        <dgm:presLayoutVars>
          <dgm:chMax val="0"/>
          <dgm:bulletEnabled val="1"/>
        </dgm:presLayoutVars>
      </dgm:prSet>
      <dgm:spPr/>
    </dgm:pt>
    <dgm:pt modelId="{C1A9D6CF-F4C9-43B5-B9F8-31BE00EB047C}" type="pres">
      <dgm:prSet presAssocID="{FA21F749-664C-47C9-9502-56D16904AF4B}" presName="parentRect" presStyleLbl="alignNode1" presStyleIdx="6" presStyleCnt="7"/>
      <dgm:spPr/>
    </dgm:pt>
    <dgm:pt modelId="{086CA48D-AA28-4BC8-9D94-51869B018347}" type="pres">
      <dgm:prSet presAssocID="{FA21F749-664C-47C9-9502-56D16904AF4B}" presName="adorn" presStyleLbl="fgAccFollowNode1" presStyleIdx="6" presStyleCnt="7"/>
      <dgm:spPr>
        <a:blipFill>
          <a:blip xmlns:r="http://schemas.openxmlformats.org/officeDocument/2006/relationships" r:embed="rId7">
            <a:extLst>
              <a:ext uri="{28A0092B-C50C-407E-A947-70E740481C1C}">
                <a14:useLocalDpi xmlns:a14="http://schemas.microsoft.com/office/drawing/2010/main" val="0"/>
              </a:ext>
            </a:extLst>
          </a:blip>
          <a:srcRect/>
          <a:stretch>
            <a:fillRect/>
          </a:stretch>
        </a:blipFill>
      </dgm:spPr>
    </dgm:pt>
  </dgm:ptLst>
  <dgm:cxnLst>
    <dgm:cxn modelId="{5751F907-2803-433B-A6D6-98B97856175C}" srcId="{6CEB32A0-CB52-4D46-8DF5-25DFA15CCFAE}" destId="{DE024A77-3C47-4E46-8E6F-9D5733E48D70}" srcOrd="1" destOrd="0" parTransId="{7D9DA727-2CEE-4A61-B446-11AD23836742}" sibTransId="{47CCEA49-39F0-434C-B353-96CA4A26B1F8}"/>
    <dgm:cxn modelId="{3F19820C-CE9E-4372-BA6A-5C90C01E5C70}" srcId="{6CEB32A0-CB52-4D46-8DF5-25DFA15CCFAE}" destId="{B546B0CB-A437-44FC-AC4E-32D159DB7C5D}" srcOrd="5" destOrd="0" parTransId="{A33CECD6-C0FF-4E0B-A33B-926C6DF587CD}" sibTransId="{B1B77641-F2A3-4356-802C-E564710F2322}"/>
    <dgm:cxn modelId="{E362760E-72AA-4F17-8ED6-B9B1AAF8F0B4}" type="presOf" srcId="{507F017B-4CD1-408A-AF4D-66E9903F4238}" destId="{AB647294-53D1-4B26-BA1B-E175CDEF9AC7}" srcOrd="0" destOrd="0" presId="urn:microsoft.com/office/officeart/2005/8/layout/bList2"/>
    <dgm:cxn modelId="{E013E216-7564-4C1C-B423-206A8ACC22F4}" type="presOf" srcId="{D6DD74DB-183D-48D9-8865-A667B973C71E}" destId="{2E39F1FF-07C9-4692-A275-DBD651FF070C}" srcOrd="0" destOrd="0" presId="urn:microsoft.com/office/officeart/2005/8/layout/bList2"/>
    <dgm:cxn modelId="{58771C18-569B-4416-A6F3-DBCCEB2DF1F3}" srcId="{6CEB32A0-CB52-4D46-8DF5-25DFA15CCFAE}" destId="{507F017B-4CD1-408A-AF4D-66E9903F4238}" srcOrd="3" destOrd="0" parTransId="{81FAD2F5-9FF9-40BA-A3C9-2355A9E40CDE}" sibTransId="{4CFBE65D-B5F1-45D4-BEC6-26BFE87FE150}"/>
    <dgm:cxn modelId="{3906AB1E-8B31-4A04-B161-33F07E73CE4F}" type="presOf" srcId="{47CCEA49-39F0-434C-B353-96CA4A26B1F8}" destId="{A5A34036-61B4-4487-A982-41F3D00152C2}" srcOrd="0" destOrd="0" presId="urn:microsoft.com/office/officeart/2005/8/layout/bList2"/>
    <dgm:cxn modelId="{F39D2331-819C-44F5-80BE-A356E0C639A1}" srcId="{B546B0CB-A437-44FC-AC4E-32D159DB7C5D}" destId="{982BDF34-605C-4A80-8E4A-E4D327C67F8F}" srcOrd="0" destOrd="0" parTransId="{303D8F78-7C08-40AD-AEBF-465152AA6C96}" sibTransId="{57D50025-8A15-4342-925E-BF5857743468}"/>
    <dgm:cxn modelId="{CE010C36-47FE-4C18-AA1A-B40EF281F4E6}" type="presOf" srcId="{89D8313E-5388-40D2-9794-1C9BAFD9F9C2}" destId="{91B85A49-8A74-4DB2-9DD5-74335440AEE8}" srcOrd="0" destOrd="0" presId="urn:microsoft.com/office/officeart/2005/8/layout/bList2"/>
    <dgm:cxn modelId="{AB376B37-FB43-46C7-9478-9C4311107305}" type="presOf" srcId="{F98D13E1-D5C1-456E-9EA0-7037BF4DC355}" destId="{6CF496C7-B466-4ECF-87A0-ACF4E465AC6E}" srcOrd="0" destOrd="0" presId="urn:microsoft.com/office/officeart/2005/8/layout/bList2"/>
    <dgm:cxn modelId="{50FEE43E-D9A1-4D4E-9652-9716CD4984D2}" srcId="{89D8313E-5388-40D2-9794-1C9BAFD9F9C2}" destId="{4B8A0ECE-377A-4DD9-A88B-544A9659CF19}" srcOrd="0" destOrd="0" parTransId="{B9CBB1FC-725A-4FD6-925D-25981E6D9395}" sibTransId="{B9F84470-57BD-4C53-A777-F905B8D1374A}"/>
    <dgm:cxn modelId="{6C1BFD5B-5F21-4541-9AF3-2B038EAA072C}" type="presOf" srcId="{4B8A0ECE-377A-4DD9-A88B-544A9659CF19}" destId="{CC896E39-858F-4193-93B5-907F16024AFD}" srcOrd="0" destOrd="0" presId="urn:microsoft.com/office/officeart/2005/8/layout/bList2"/>
    <dgm:cxn modelId="{DA916A43-8CCA-4948-A900-0B3714346615}" type="presOf" srcId="{B546B0CB-A437-44FC-AC4E-32D159DB7C5D}" destId="{33C23AEC-E6F0-43FF-AC1F-CB4C7A7DAD4F}" srcOrd="0" destOrd="0" presId="urn:microsoft.com/office/officeart/2005/8/layout/bList2"/>
    <dgm:cxn modelId="{DD8AF243-D034-4DCD-B9DF-340E3678FD59}" type="presOf" srcId="{16305F57-1FC5-4862-8FD7-DD532BE5FDAE}" destId="{E9A28876-3B25-48EA-B3DF-B032EA354547}" srcOrd="0" destOrd="0" presId="urn:microsoft.com/office/officeart/2005/8/layout/bList2"/>
    <dgm:cxn modelId="{4A8A7467-8DF5-4408-8800-1084357A553A}" type="presOf" srcId="{5DFF601A-88E1-43BD-8C6B-B986A5D2A44D}" destId="{4BC57BE6-0EBA-4B02-AB64-8BE7B8832E85}" srcOrd="0" destOrd="0" presId="urn:microsoft.com/office/officeart/2005/8/layout/bList2"/>
    <dgm:cxn modelId="{7F1CA869-67D2-41C1-B2EC-75C015DFBF7F}" type="presOf" srcId="{2C8363A9-9378-4A35-9D90-5857F7CD4ACE}" destId="{8DB2D23D-E7F4-481C-BE51-927BAFCF8733}" srcOrd="0" destOrd="0" presId="urn:microsoft.com/office/officeart/2005/8/layout/bList2"/>
    <dgm:cxn modelId="{BB20216C-9E36-448A-A3D5-FE216F23FD97}" srcId="{DE024A77-3C47-4E46-8E6F-9D5733E48D70}" destId="{2C8363A9-9378-4A35-9D90-5857F7CD4ACE}" srcOrd="0" destOrd="0" parTransId="{ED4B0BAC-8DB0-48A7-B67C-DA1569B7F868}" sibTransId="{ABC64094-2315-491C-B6EA-A0ECA48CAB72}"/>
    <dgm:cxn modelId="{22C6CA6C-0443-47DF-85DE-D7B4C7B55B76}" type="presOf" srcId="{C5512DA3-B3EE-44C2-B48C-E7FFFA407CBD}" destId="{2FC0D651-CF15-4FE9-86F7-24511942F6F7}" srcOrd="0" destOrd="0" presId="urn:microsoft.com/office/officeart/2005/8/layout/bList2"/>
    <dgm:cxn modelId="{66B8F34D-4159-4DE7-B59A-691ADBFE4445}" srcId="{6CEB32A0-CB52-4D46-8DF5-25DFA15CCFAE}" destId="{FA21F749-664C-47C9-9502-56D16904AF4B}" srcOrd="6" destOrd="0" parTransId="{E7F7CBEF-F012-4989-96A3-885E2B0FB876}" sibTransId="{164C872E-7BB4-4ADB-87D7-33DFBD470739}"/>
    <dgm:cxn modelId="{8D321A70-00A8-489D-BC3B-8CDC2500C201}" srcId="{6CEB32A0-CB52-4D46-8DF5-25DFA15CCFAE}" destId="{99C07D3C-3422-4146-8E2C-C9050700BAA4}" srcOrd="2" destOrd="0" parTransId="{66140356-FBAB-40BF-AE38-4DAD7E2A76ED}" sibTransId="{5DFF601A-88E1-43BD-8C6B-B986A5D2A44D}"/>
    <dgm:cxn modelId="{3F706070-146C-4F62-9047-D5ABC75A3BC8}" srcId="{FA21F749-664C-47C9-9502-56D16904AF4B}" destId="{F98D13E1-D5C1-456E-9EA0-7037BF4DC355}" srcOrd="0" destOrd="0" parTransId="{48E4A3FC-47F7-406B-B557-B686E9859478}" sibTransId="{D581DD63-0657-4388-B0D2-64DC988AA4C4}"/>
    <dgm:cxn modelId="{A74AB17E-0797-46DB-8F35-AC8352EF8A10}" type="presOf" srcId="{FA21F749-664C-47C9-9502-56D16904AF4B}" destId="{C1A9D6CF-F4C9-43B5-B9F8-31BE00EB047C}" srcOrd="1" destOrd="0" presId="urn:microsoft.com/office/officeart/2005/8/layout/bList2"/>
    <dgm:cxn modelId="{44D84A7F-FC85-4FE6-8A2A-30DC8D30890B}" type="presOf" srcId="{507F017B-4CD1-408A-AF4D-66E9903F4238}" destId="{A9DE3421-A679-4960-AF6C-86C77DAF38D5}" srcOrd="1" destOrd="0" presId="urn:microsoft.com/office/officeart/2005/8/layout/bList2"/>
    <dgm:cxn modelId="{7A5AC783-E61C-49D0-94CA-7C0D943EB142}" type="presOf" srcId="{C5512DA3-B3EE-44C2-B48C-E7FFFA407CBD}" destId="{9BC9C7AF-41DE-4247-9DE7-CE3714102FA0}" srcOrd="1" destOrd="0" presId="urn:microsoft.com/office/officeart/2005/8/layout/bList2"/>
    <dgm:cxn modelId="{87180F87-4DAC-4D1D-9D41-3E4CD336C3A9}" srcId="{6CEB32A0-CB52-4D46-8DF5-25DFA15CCFAE}" destId="{C5512DA3-B3EE-44C2-B48C-E7FFFA407CBD}" srcOrd="4" destOrd="0" parTransId="{0924BD81-A3D1-42D8-9714-4130ED61EC41}" sibTransId="{64315760-9FD8-4EE0-BFB0-9A22C1D8C594}"/>
    <dgm:cxn modelId="{EF714A88-9223-4752-BE1D-52C514C9887E}" srcId="{99C07D3C-3422-4146-8E2C-C9050700BAA4}" destId="{5F20D8AD-9C18-448B-82E3-999EDDEB3BF3}" srcOrd="0" destOrd="0" parTransId="{67B69D6D-18F1-40A0-B237-7C9EB09FFC94}" sibTransId="{F66F60ED-1196-48EA-8247-C628E322BBCB}"/>
    <dgm:cxn modelId="{308A2AA2-885E-46E7-80A2-B0FAEA389DA1}" type="presOf" srcId="{761083A4-8383-4088-9E33-FB56CAB6C6F0}" destId="{A93A3815-3AC1-4A8F-884E-EB1315CC2DA2}" srcOrd="0" destOrd="0" presId="urn:microsoft.com/office/officeart/2005/8/layout/bList2"/>
    <dgm:cxn modelId="{8F436BA3-3A09-4E81-8E87-058C7F1DB60B}" type="presOf" srcId="{89D8313E-5388-40D2-9794-1C9BAFD9F9C2}" destId="{6FD7E7F4-9BD0-4B4A-BD8B-2468F619CA29}" srcOrd="1" destOrd="0" presId="urn:microsoft.com/office/officeart/2005/8/layout/bList2"/>
    <dgm:cxn modelId="{BA18A1A5-A857-4337-ADB3-8C9996D672BA}" type="presOf" srcId="{DE024A77-3C47-4E46-8E6F-9D5733E48D70}" destId="{C82653A4-8C9D-4812-84D2-DFC16A0B768D}" srcOrd="0" destOrd="0" presId="urn:microsoft.com/office/officeart/2005/8/layout/bList2"/>
    <dgm:cxn modelId="{CB4ED3A8-32FE-41D5-A69C-2D4DD6DCD04F}" type="presOf" srcId="{99C07D3C-3422-4146-8E2C-C9050700BAA4}" destId="{1F4AC9F7-661F-43D7-B14F-8C4EBB19C90E}" srcOrd="0" destOrd="0" presId="urn:microsoft.com/office/officeart/2005/8/layout/bList2"/>
    <dgm:cxn modelId="{A6FA82A9-23CA-4152-B738-2847B71CE1D7}" type="presOf" srcId="{B1B77641-F2A3-4356-802C-E564710F2322}" destId="{9CCD43A5-12DA-4E43-845D-A7B23FF78EB1}" srcOrd="0" destOrd="0" presId="urn:microsoft.com/office/officeart/2005/8/layout/bList2"/>
    <dgm:cxn modelId="{0FC8AFAF-53BE-4016-B833-B6E822BAC4D7}" type="presOf" srcId="{5F20D8AD-9C18-448B-82E3-999EDDEB3BF3}" destId="{0C59C942-5ABB-48BA-9947-1EBAE1E32DDD}" srcOrd="0" destOrd="0" presId="urn:microsoft.com/office/officeart/2005/8/layout/bList2"/>
    <dgm:cxn modelId="{2232C5B1-510D-4EB2-8EB4-3CB491224C62}" type="presOf" srcId="{FA21F749-664C-47C9-9502-56D16904AF4B}" destId="{6A416D5B-20BA-4CB1-AA48-24D2C3F7F65A}" srcOrd="0" destOrd="0" presId="urn:microsoft.com/office/officeart/2005/8/layout/bList2"/>
    <dgm:cxn modelId="{0E9417B2-8DB3-4CF2-B4ED-8960B934E0F5}" type="presOf" srcId="{982BDF34-605C-4A80-8E4A-E4D327C67F8F}" destId="{1C7C8746-2992-4A72-B720-D3AF351BED83}" srcOrd="0" destOrd="0" presId="urn:microsoft.com/office/officeart/2005/8/layout/bList2"/>
    <dgm:cxn modelId="{09FF80B7-43C8-4132-86C4-EC9A3CB5FD09}" type="presOf" srcId="{99C07D3C-3422-4146-8E2C-C9050700BAA4}" destId="{848DEC9C-CEC4-48A0-B849-C3D317D6D72F}" srcOrd="1" destOrd="0" presId="urn:microsoft.com/office/officeart/2005/8/layout/bList2"/>
    <dgm:cxn modelId="{1B5BF9B7-18D3-49F5-9C0B-E97F591C7244}" type="presOf" srcId="{64315760-9FD8-4EE0-BFB0-9A22C1D8C594}" destId="{C1C80369-71BA-4685-92A2-621992633BCB}" srcOrd="0" destOrd="0" presId="urn:microsoft.com/office/officeart/2005/8/layout/bList2"/>
    <dgm:cxn modelId="{D53F79C1-8473-42B2-AFDC-D8B6A215DAEB}" srcId="{6CEB32A0-CB52-4D46-8DF5-25DFA15CCFAE}" destId="{89D8313E-5388-40D2-9794-1C9BAFD9F9C2}" srcOrd="0" destOrd="0" parTransId="{B978B09B-54A8-4F32-9239-931F8651F3B4}" sibTransId="{D6DD74DB-183D-48D9-8865-A667B973C71E}"/>
    <dgm:cxn modelId="{401D74C9-5D3F-43D8-8666-4817A6D0A573}" srcId="{C5512DA3-B3EE-44C2-B48C-E7FFFA407CBD}" destId="{16305F57-1FC5-4862-8FD7-DD532BE5FDAE}" srcOrd="0" destOrd="0" parTransId="{65C8A403-1F96-4ADD-91CA-DAFC65FCED00}" sibTransId="{6F3B2914-8073-4BE2-B46C-139B652A56AF}"/>
    <dgm:cxn modelId="{41FDEAD5-76B3-4E30-91A2-0C123927371C}" type="presOf" srcId="{4CFBE65D-B5F1-45D4-BEC6-26BFE87FE150}" destId="{1C702557-9B94-4F89-8767-96D1D765D3D1}" srcOrd="0" destOrd="0" presId="urn:microsoft.com/office/officeart/2005/8/layout/bList2"/>
    <dgm:cxn modelId="{D01B9CDF-29D6-4615-B7F0-05C34E36CE5D}" type="presOf" srcId="{6CEB32A0-CB52-4D46-8DF5-25DFA15CCFAE}" destId="{A594C2D8-93F5-402C-92A5-CB5E26A7BC3E}" srcOrd="0" destOrd="0" presId="urn:microsoft.com/office/officeart/2005/8/layout/bList2"/>
    <dgm:cxn modelId="{FFD8E3DF-1DCC-4FB6-83E8-D796AF6075C1}" srcId="{507F017B-4CD1-408A-AF4D-66E9903F4238}" destId="{761083A4-8383-4088-9E33-FB56CAB6C6F0}" srcOrd="0" destOrd="0" parTransId="{0352C58D-CC89-4991-928A-A7BEAD8EBC0B}" sibTransId="{EBB666B7-42EF-43D0-A51A-A34666D7D654}"/>
    <dgm:cxn modelId="{D7896EFA-8EDD-45AB-9BB7-8B57C6A5C654}" type="presOf" srcId="{B546B0CB-A437-44FC-AC4E-32D159DB7C5D}" destId="{6C2AF5FC-9F89-473B-B080-0A3205432ADE}" srcOrd="1" destOrd="0" presId="urn:microsoft.com/office/officeart/2005/8/layout/bList2"/>
    <dgm:cxn modelId="{6518BDFA-9496-48EC-8920-7080DFE25797}" type="presOf" srcId="{DE024A77-3C47-4E46-8E6F-9D5733E48D70}" destId="{227F7557-CF49-41A6-9F56-6491D5B5AC2C}" srcOrd="1" destOrd="0" presId="urn:microsoft.com/office/officeart/2005/8/layout/bList2"/>
    <dgm:cxn modelId="{CB4BA5A5-8689-438F-BE0B-D842F53CF16C}" type="presParOf" srcId="{A594C2D8-93F5-402C-92A5-CB5E26A7BC3E}" destId="{C1B0282C-09C6-47C4-95F3-0763E2B9A0DF}" srcOrd="0" destOrd="0" presId="urn:microsoft.com/office/officeart/2005/8/layout/bList2"/>
    <dgm:cxn modelId="{F84BDDBA-BD3D-4B05-8E62-6A489BCEF4EF}" type="presParOf" srcId="{C1B0282C-09C6-47C4-95F3-0763E2B9A0DF}" destId="{CC896E39-858F-4193-93B5-907F16024AFD}" srcOrd="0" destOrd="0" presId="urn:microsoft.com/office/officeart/2005/8/layout/bList2"/>
    <dgm:cxn modelId="{E4858504-ABDE-490E-A8DA-DE7B4EA62603}" type="presParOf" srcId="{C1B0282C-09C6-47C4-95F3-0763E2B9A0DF}" destId="{91B85A49-8A74-4DB2-9DD5-74335440AEE8}" srcOrd="1" destOrd="0" presId="urn:microsoft.com/office/officeart/2005/8/layout/bList2"/>
    <dgm:cxn modelId="{C1FAABA3-F02C-4566-A9DA-CBDBE715D8D3}" type="presParOf" srcId="{C1B0282C-09C6-47C4-95F3-0763E2B9A0DF}" destId="{6FD7E7F4-9BD0-4B4A-BD8B-2468F619CA29}" srcOrd="2" destOrd="0" presId="urn:microsoft.com/office/officeart/2005/8/layout/bList2"/>
    <dgm:cxn modelId="{437803AF-E36B-4897-A2A3-769CD4E2412B}" type="presParOf" srcId="{C1B0282C-09C6-47C4-95F3-0763E2B9A0DF}" destId="{2849702F-1091-4C87-851F-FE6933F7EA8D}" srcOrd="3" destOrd="0" presId="urn:microsoft.com/office/officeart/2005/8/layout/bList2"/>
    <dgm:cxn modelId="{E142A4A1-7B14-4E23-B820-C2EFE7740C57}" type="presParOf" srcId="{A594C2D8-93F5-402C-92A5-CB5E26A7BC3E}" destId="{2E39F1FF-07C9-4692-A275-DBD651FF070C}" srcOrd="1" destOrd="0" presId="urn:microsoft.com/office/officeart/2005/8/layout/bList2"/>
    <dgm:cxn modelId="{1C170827-D7BD-4F85-BCD5-1BB80DB88A87}" type="presParOf" srcId="{A594C2D8-93F5-402C-92A5-CB5E26A7BC3E}" destId="{62798378-938C-45FA-B867-DCAFA8F4D7B0}" srcOrd="2" destOrd="0" presId="urn:microsoft.com/office/officeart/2005/8/layout/bList2"/>
    <dgm:cxn modelId="{D3884E63-F039-4EEE-AF63-A0FA84168CF4}" type="presParOf" srcId="{62798378-938C-45FA-B867-DCAFA8F4D7B0}" destId="{8DB2D23D-E7F4-481C-BE51-927BAFCF8733}" srcOrd="0" destOrd="0" presId="urn:microsoft.com/office/officeart/2005/8/layout/bList2"/>
    <dgm:cxn modelId="{4FCEC628-32B5-4FB1-AA53-41537F614A4D}" type="presParOf" srcId="{62798378-938C-45FA-B867-DCAFA8F4D7B0}" destId="{C82653A4-8C9D-4812-84D2-DFC16A0B768D}" srcOrd="1" destOrd="0" presId="urn:microsoft.com/office/officeart/2005/8/layout/bList2"/>
    <dgm:cxn modelId="{A76FE799-66EF-4FAA-86DB-DC59F86DE9DE}" type="presParOf" srcId="{62798378-938C-45FA-B867-DCAFA8F4D7B0}" destId="{227F7557-CF49-41A6-9F56-6491D5B5AC2C}" srcOrd="2" destOrd="0" presId="urn:microsoft.com/office/officeart/2005/8/layout/bList2"/>
    <dgm:cxn modelId="{BEE535B7-ECB1-4567-B9D7-2D6B0E9E0015}" type="presParOf" srcId="{62798378-938C-45FA-B867-DCAFA8F4D7B0}" destId="{57D044B8-1EAB-41D3-B147-63EEAA09CF24}" srcOrd="3" destOrd="0" presId="urn:microsoft.com/office/officeart/2005/8/layout/bList2"/>
    <dgm:cxn modelId="{4415E93D-8D59-4CBB-9415-68DFACB5583B}" type="presParOf" srcId="{A594C2D8-93F5-402C-92A5-CB5E26A7BC3E}" destId="{A5A34036-61B4-4487-A982-41F3D00152C2}" srcOrd="3" destOrd="0" presId="urn:microsoft.com/office/officeart/2005/8/layout/bList2"/>
    <dgm:cxn modelId="{A4C26B03-94B9-423E-AAC5-33E823A9DFB3}" type="presParOf" srcId="{A594C2D8-93F5-402C-92A5-CB5E26A7BC3E}" destId="{35157373-429C-4A1C-B017-3B998ACC0E02}" srcOrd="4" destOrd="0" presId="urn:microsoft.com/office/officeart/2005/8/layout/bList2"/>
    <dgm:cxn modelId="{F63284F4-44CB-4B18-8C54-5A43B196AD31}" type="presParOf" srcId="{35157373-429C-4A1C-B017-3B998ACC0E02}" destId="{0C59C942-5ABB-48BA-9947-1EBAE1E32DDD}" srcOrd="0" destOrd="0" presId="urn:microsoft.com/office/officeart/2005/8/layout/bList2"/>
    <dgm:cxn modelId="{A83C7137-2775-43C1-BD41-EB2BCB209B49}" type="presParOf" srcId="{35157373-429C-4A1C-B017-3B998ACC0E02}" destId="{1F4AC9F7-661F-43D7-B14F-8C4EBB19C90E}" srcOrd="1" destOrd="0" presId="urn:microsoft.com/office/officeart/2005/8/layout/bList2"/>
    <dgm:cxn modelId="{113D7DA4-0A1D-4732-A172-AFD0A777374D}" type="presParOf" srcId="{35157373-429C-4A1C-B017-3B998ACC0E02}" destId="{848DEC9C-CEC4-48A0-B849-C3D317D6D72F}" srcOrd="2" destOrd="0" presId="urn:microsoft.com/office/officeart/2005/8/layout/bList2"/>
    <dgm:cxn modelId="{C0B69729-69E9-4E79-9292-C8D6E9B9CBAF}" type="presParOf" srcId="{35157373-429C-4A1C-B017-3B998ACC0E02}" destId="{BBBE087F-79C1-42F2-8207-A86B8A3D6253}" srcOrd="3" destOrd="0" presId="urn:microsoft.com/office/officeart/2005/8/layout/bList2"/>
    <dgm:cxn modelId="{32FCE291-73BE-4392-B12C-B93CC4FD866C}" type="presParOf" srcId="{A594C2D8-93F5-402C-92A5-CB5E26A7BC3E}" destId="{4BC57BE6-0EBA-4B02-AB64-8BE7B8832E85}" srcOrd="5" destOrd="0" presId="urn:microsoft.com/office/officeart/2005/8/layout/bList2"/>
    <dgm:cxn modelId="{60E31743-4F3D-4299-8CD9-23FD7F9CF330}" type="presParOf" srcId="{A594C2D8-93F5-402C-92A5-CB5E26A7BC3E}" destId="{82EB0E88-A75E-4C19-A511-AAF4A4788C02}" srcOrd="6" destOrd="0" presId="urn:microsoft.com/office/officeart/2005/8/layout/bList2"/>
    <dgm:cxn modelId="{C51EE241-AA1A-4E03-8C6F-3751865B73FE}" type="presParOf" srcId="{82EB0E88-A75E-4C19-A511-AAF4A4788C02}" destId="{A93A3815-3AC1-4A8F-884E-EB1315CC2DA2}" srcOrd="0" destOrd="0" presId="urn:microsoft.com/office/officeart/2005/8/layout/bList2"/>
    <dgm:cxn modelId="{4C88B35C-BEFE-4C99-8258-3A5AE74C6B1A}" type="presParOf" srcId="{82EB0E88-A75E-4C19-A511-AAF4A4788C02}" destId="{AB647294-53D1-4B26-BA1B-E175CDEF9AC7}" srcOrd="1" destOrd="0" presId="urn:microsoft.com/office/officeart/2005/8/layout/bList2"/>
    <dgm:cxn modelId="{31E8DA26-20B5-4801-944D-CA3F3257A30D}" type="presParOf" srcId="{82EB0E88-A75E-4C19-A511-AAF4A4788C02}" destId="{A9DE3421-A679-4960-AF6C-86C77DAF38D5}" srcOrd="2" destOrd="0" presId="urn:microsoft.com/office/officeart/2005/8/layout/bList2"/>
    <dgm:cxn modelId="{B0F3939F-A8AC-4499-9417-E0170FC3D552}" type="presParOf" srcId="{82EB0E88-A75E-4C19-A511-AAF4A4788C02}" destId="{A7B00509-D499-4536-B3D1-CE3ECF413D68}" srcOrd="3" destOrd="0" presId="urn:microsoft.com/office/officeart/2005/8/layout/bList2"/>
    <dgm:cxn modelId="{F2EABDF1-09DD-42FE-8FEA-D491CC589F97}" type="presParOf" srcId="{A594C2D8-93F5-402C-92A5-CB5E26A7BC3E}" destId="{1C702557-9B94-4F89-8767-96D1D765D3D1}" srcOrd="7" destOrd="0" presId="urn:microsoft.com/office/officeart/2005/8/layout/bList2"/>
    <dgm:cxn modelId="{03C70EA5-FDEF-4E8A-9C55-A419590690CF}" type="presParOf" srcId="{A594C2D8-93F5-402C-92A5-CB5E26A7BC3E}" destId="{F66F7B24-E02E-4E8F-88DA-918B3942C036}" srcOrd="8" destOrd="0" presId="urn:microsoft.com/office/officeart/2005/8/layout/bList2"/>
    <dgm:cxn modelId="{8172DEE9-347F-4F0F-AB97-0DB4C1AB3985}" type="presParOf" srcId="{F66F7B24-E02E-4E8F-88DA-918B3942C036}" destId="{E9A28876-3B25-48EA-B3DF-B032EA354547}" srcOrd="0" destOrd="0" presId="urn:microsoft.com/office/officeart/2005/8/layout/bList2"/>
    <dgm:cxn modelId="{BB554B6D-0EAC-4800-B09B-47F24E646F39}" type="presParOf" srcId="{F66F7B24-E02E-4E8F-88DA-918B3942C036}" destId="{2FC0D651-CF15-4FE9-86F7-24511942F6F7}" srcOrd="1" destOrd="0" presId="urn:microsoft.com/office/officeart/2005/8/layout/bList2"/>
    <dgm:cxn modelId="{C3ECDE96-C16B-4A94-9207-5229CDC1206E}" type="presParOf" srcId="{F66F7B24-E02E-4E8F-88DA-918B3942C036}" destId="{9BC9C7AF-41DE-4247-9DE7-CE3714102FA0}" srcOrd="2" destOrd="0" presId="urn:microsoft.com/office/officeart/2005/8/layout/bList2"/>
    <dgm:cxn modelId="{A1E1E69B-5999-4DE4-B8C8-34A020432D36}" type="presParOf" srcId="{F66F7B24-E02E-4E8F-88DA-918B3942C036}" destId="{A27C45E1-5662-41E5-975F-2A03A29627C8}" srcOrd="3" destOrd="0" presId="urn:microsoft.com/office/officeart/2005/8/layout/bList2"/>
    <dgm:cxn modelId="{AA40A9B3-CBC9-431D-B278-4A42248D50D4}" type="presParOf" srcId="{A594C2D8-93F5-402C-92A5-CB5E26A7BC3E}" destId="{C1C80369-71BA-4685-92A2-621992633BCB}" srcOrd="9" destOrd="0" presId="urn:microsoft.com/office/officeart/2005/8/layout/bList2"/>
    <dgm:cxn modelId="{5590D4CB-085A-43E3-AE71-C6C434FEC54F}" type="presParOf" srcId="{A594C2D8-93F5-402C-92A5-CB5E26A7BC3E}" destId="{EF91B158-9384-4543-9D53-73A3F68911E5}" srcOrd="10" destOrd="0" presId="urn:microsoft.com/office/officeart/2005/8/layout/bList2"/>
    <dgm:cxn modelId="{91A71D27-9122-4A2B-84AE-548FA696D515}" type="presParOf" srcId="{EF91B158-9384-4543-9D53-73A3F68911E5}" destId="{1C7C8746-2992-4A72-B720-D3AF351BED83}" srcOrd="0" destOrd="0" presId="urn:microsoft.com/office/officeart/2005/8/layout/bList2"/>
    <dgm:cxn modelId="{D6CB4481-F746-480D-8BBE-284322F0864E}" type="presParOf" srcId="{EF91B158-9384-4543-9D53-73A3F68911E5}" destId="{33C23AEC-E6F0-43FF-AC1F-CB4C7A7DAD4F}" srcOrd="1" destOrd="0" presId="urn:microsoft.com/office/officeart/2005/8/layout/bList2"/>
    <dgm:cxn modelId="{F8DE7D53-15F0-440D-B70F-A8AE7D8F9959}" type="presParOf" srcId="{EF91B158-9384-4543-9D53-73A3F68911E5}" destId="{6C2AF5FC-9F89-473B-B080-0A3205432ADE}" srcOrd="2" destOrd="0" presId="urn:microsoft.com/office/officeart/2005/8/layout/bList2"/>
    <dgm:cxn modelId="{37B8C6D1-B19C-49FB-A6BB-D4A199A1D840}" type="presParOf" srcId="{EF91B158-9384-4543-9D53-73A3F68911E5}" destId="{4B4A3A19-E2C8-4D7C-81C2-16157416A235}" srcOrd="3" destOrd="0" presId="urn:microsoft.com/office/officeart/2005/8/layout/bList2"/>
    <dgm:cxn modelId="{6E971C98-B5EB-4807-926D-138E70528304}" type="presParOf" srcId="{A594C2D8-93F5-402C-92A5-CB5E26A7BC3E}" destId="{9CCD43A5-12DA-4E43-845D-A7B23FF78EB1}" srcOrd="11" destOrd="0" presId="urn:microsoft.com/office/officeart/2005/8/layout/bList2"/>
    <dgm:cxn modelId="{61103091-C113-43DD-BCE1-5E80547EC69C}" type="presParOf" srcId="{A594C2D8-93F5-402C-92A5-CB5E26A7BC3E}" destId="{8CC1E768-F429-41B5-98B2-8CB701549DBF}" srcOrd="12" destOrd="0" presId="urn:microsoft.com/office/officeart/2005/8/layout/bList2"/>
    <dgm:cxn modelId="{73E08869-2BC9-4F24-8216-4474B716A5EA}" type="presParOf" srcId="{8CC1E768-F429-41B5-98B2-8CB701549DBF}" destId="{6CF496C7-B466-4ECF-87A0-ACF4E465AC6E}" srcOrd="0" destOrd="0" presId="urn:microsoft.com/office/officeart/2005/8/layout/bList2"/>
    <dgm:cxn modelId="{3E03B0CD-7E38-46EB-939B-1B40331741CA}" type="presParOf" srcId="{8CC1E768-F429-41B5-98B2-8CB701549DBF}" destId="{6A416D5B-20BA-4CB1-AA48-24D2C3F7F65A}" srcOrd="1" destOrd="0" presId="urn:microsoft.com/office/officeart/2005/8/layout/bList2"/>
    <dgm:cxn modelId="{B6087DF6-B399-45C3-BCBA-0F37D450731E}" type="presParOf" srcId="{8CC1E768-F429-41B5-98B2-8CB701549DBF}" destId="{C1A9D6CF-F4C9-43B5-B9F8-31BE00EB047C}" srcOrd="2" destOrd="0" presId="urn:microsoft.com/office/officeart/2005/8/layout/bList2"/>
    <dgm:cxn modelId="{FA8C873F-73DB-4096-99CC-A425FDEC4AF8}" type="presParOf" srcId="{8CC1E768-F429-41B5-98B2-8CB701549DBF}" destId="{086CA48D-AA28-4BC8-9D94-51869B018347}"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3CBAAF4-3722-404C-8F7E-9C7E870F313B}"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MX"/>
        </a:p>
      </dgm:t>
    </dgm:pt>
    <dgm:pt modelId="{91EEAF2F-2276-40A9-A9B1-0576F85D309E}">
      <dgm:prSet phldrT="[Texto]" custT="1"/>
      <dgm:spPr/>
      <dgm:t>
        <a:bodyPr/>
        <a:lstStyle/>
        <a:p>
          <a:r>
            <a:rPr lang="es-MX" sz="1600" b="1" dirty="0" err="1">
              <a:latin typeface="Roboto" panose="02000000000000000000" pitchFamily="2" charset="0"/>
              <a:ea typeface="Roboto" panose="02000000000000000000" pitchFamily="2" charset="0"/>
              <a:cs typeface="Roboto" panose="02000000000000000000" pitchFamily="2" charset="0"/>
            </a:rPr>
            <a:t>CyberSystems</a:t>
          </a:r>
          <a:r>
            <a:rPr lang="es-MX" sz="1600" b="1" dirty="0">
              <a:latin typeface="Roboto" panose="02000000000000000000" pitchFamily="2" charset="0"/>
              <a:ea typeface="Roboto" panose="02000000000000000000" pitchFamily="2" charset="0"/>
              <a:cs typeface="Roboto" panose="02000000000000000000" pitchFamily="2" charset="0"/>
            </a:rPr>
            <a:t> Sistemas Automatizados S.A. de C.V.</a:t>
          </a:r>
          <a:endParaRPr lang="es-MX" sz="1600" dirty="0">
            <a:latin typeface="Roboto" panose="02000000000000000000" pitchFamily="2" charset="0"/>
            <a:ea typeface="Roboto" panose="02000000000000000000" pitchFamily="2" charset="0"/>
            <a:cs typeface="Roboto" panose="02000000000000000000" pitchFamily="2" charset="0"/>
          </a:endParaRPr>
        </a:p>
      </dgm:t>
    </dgm:pt>
    <dgm:pt modelId="{22DDB2CF-484D-42B2-A0CA-2E8CD8AE10FA}" type="parTrans" cxnId="{461051E4-667C-4AFA-844D-4B603DB3CD65}">
      <dgm:prSet/>
      <dgm:spPr/>
      <dgm:t>
        <a:bodyPr/>
        <a:lstStyle/>
        <a:p>
          <a:endParaRPr lang="es-MX" sz="3600">
            <a:latin typeface="Roboto" panose="02000000000000000000" pitchFamily="2" charset="0"/>
            <a:ea typeface="Roboto" panose="02000000000000000000" pitchFamily="2" charset="0"/>
            <a:cs typeface="Roboto" panose="02000000000000000000" pitchFamily="2" charset="0"/>
          </a:endParaRPr>
        </a:p>
      </dgm:t>
    </dgm:pt>
    <dgm:pt modelId="{F402AF31-0059-44E7-ABC5-CF14E3A3A9FD}" type="sibTrans" cxnId="{461051E4-667C-4AFA-844D-4B603DB3CD65}">
      <dgm:prSet/>
      <dgm:spPr/>
      <dgm:t>
        <a:bodyPr/>
        <a:lstStyle/>
        <a:p>
          <a:endParaRPr lang="es-MX" sz="3600">
            <a:latin typeface="Roboto" panose="02000000000000000000" pitchFamily="2" charset="0"/>
            <a:ea typeface="Roboto" panose="02000000000000000000" pitchFamily="2" charset="0"/>
            <a:cs typeface="Roboto" panose="02000000000000000000" pitchFamily="2" charset="0"/>
          </a:endParaRPr>
        </a:p>
      </dgm:t>
    </dgm:pt>
    <dgm:pt modelId="{1614DC83-57CD-400F-8772-FF9FB9AEE3EB}">
      <dgm:prSet phldrT="[Texto]" custT="1"/>
      <dgm:spPr/>
      <dgm:t>
        <a:bodyPr/>
        <a:lstStyle/>
        <a:p>
          <a:r>
            <a:rPr lang="es-MX" sz="1600" dirty="0">
              <a:latin typeface="Roboto" panose="02000000000000000000" pitchFamily="2" charset="0"/>
              <a:ea typeface="Roboto" panose="02000000000000000000" pitchFamily="2" charset="0"/>
              <a:cs typeface="Roboto" panose="02000000000000000000" pitchFamily="2" charset="0"/>
            </a:rPr>
            <a:t>Proyecto: Desarrollo de Sensor Inteligente RFID para Transporte Público</a:t>
          </a:r>
        </a:p>
      </dgm:t>
    </dgm:pt>
    <dgm:pt modelId="{ABAB8477-1B06-4AC5-BB30-FD5DE5D44872}" type="parTrans" cxnId="{442412B3-F2EC-49BA-B9BC-D923E6FFFC1F}">
      <dgm:prSet/>
      <dgm:spPr/>
      <dgm:t>
        <a:bodyPr/>
        <a:lstStyle/>
        <a:p>
          <a:endParaRPr lang="es-MX" sz="3600">
            <a:latin typeface="Roboto" panose="02000000000000000000" pitchFamily="2" charset="0"/>
            <a:ea typeface="Roboto" panose="02000000000000000000" pitchFamily="2" charset="0"/>
            <a:cs typeface="Roboto" panose="02000000000000000000" pitchFamily="2" charset="0"/>
          </a:endParaRPr>
        </a:p>
      </dgm:t>
    </dgm:pt>
    <dgm:pt modelId="{C0E48113-AA0D-4C01-A620-2C617FC5BED7}" type="sibTrans" cxnId="{442412B3-F2EC-49BA-B9BC-D923E6FFFC1F}">
      <dgm:prSet/>
      <dgm:spPr/>
      <dgm:t>
        <a:bodyPr/>
        <a:lstStyle/>
        <a:p>
          <a:endParaRPr lang="es-MX" sz="3600">
            <a:latin typeface="Roboto" panose="02000000000000000000" pitchFamily="2" charset="0"/>
            <a:ea typeface="Roboto" panose="02000000000000000000" pitchFamily="2" charset="0"/>
            <a:cs typeface="Roboto" panose="02000000000000000000" pitchFamily="2" charset="0"/>
          </a:endParaRPr>
        </a:p>
      </dgm:t>
    </dgm:pt>
    <dgm:pt modelId="{16594C34-8AF6-4B1A-B01B-42BFDDD827B5}">
      <dgm:prSet phldrT="[Texto]" custT="1"/>
      <dgm:spPr/>
      <dgm:t>
        <a:bodyPr/>
        <a:lstStyle/>
        <a:p>
          <a:r>
            <a:rPr lang="es-MX" sz="1600" dirty="0">
              <a:latin typeface="Roboto" panose="02000000000000000000" pitchFamily="2" charset="0"/>
              <a:ea typeface="Roboto" panose="02000000000000000000" pitchFamily="2" charset="0"/>
              <a:cs typeface="Roboto" panose="02000000000000000000" pitchFamily="2" charset="0"/>
            </a:rPr>
            <a:t>Pachuca de Soto, Hidalgo, México</a:t>
          </a:r>
        </a:p>
      </dgm:t>
    </dgm:pt>
    <dgm:pt modelId="{74C484A9-6FD2-40B5-B339-B70B99B0D861}" type="parTrans" cxnId="{B08C6109-B712-4B17-B3B2-4445865EFA44}">
      <dgm:prSet/>
      <dgm:spPr/>
      <dgm:t>
        <a:bodyPr/>
        <a:lstStyle/>
        <a:p>
          <a:endParaRPr lang="es-MX" sz="3600">
            <a:latin typeface="Roboto" panose="02000000000000000000" pitchFamily="2" charset="0"/>
            <a:ea typeface="Roboto" panose="02000000000000000000" pitchFamily="2" charset="0"/>
            <a:cs typeface="Roboto" panose="02000000000000000000" pitchFamily="2" charset="0"/>
          </a:endParaRPr>
        </a:p>
      </dgm:t>
    </dgm:pt>
    <dgm:pt modelId="{F7DB1A33-F9B9-4C7D-9792-3036C2AE13B8}" type="sibTrans" cxnId="{B08C6109-B712-4B17-B3B2-4445865EFA44}">
      <dgm:prSet/>
      <dgm:spPr/>
      <dgm:t>
        <a:bodyPr/>
        <a:lstStyle/>
        <a:p>
          <a:endParaRPr lang="es-MX" sz="3600">
            <a:latin typeface="Roboto" panose="02000000000000000000" pitchFamily="2" charset="0"/>
            <a:ea typeface="Roboto" panose="02000000000000000000" pitchFamily="2" charset="0"/>
            <a:cs typeface="Roboto" panose="02000000000000000000" pitchFamily="2" charset="0"/>
          </a:endParaRPr>
        </a:p>
      </dgm:t>
    </dgm:pt>
    <dgm:pt modelId="{CE8BE5F2-8784-4C3D-BAE4-769B9A53CC3E}">
      <dgm:prSet custT="1"/>
      <dgm:spPr/>
      <dgm:t>
        <a:bodyPr/>
        <a:lstStyle/>
        <a:p>
          <a:r>
            <a:rPr lang="es-MX" sz="1600" dirty="0">
              <a:latin typeface="Roboto" panose="02000000000000000000" pitchFamily="2" charset="0"/>
              <a:ea typeface="Roboto" panose="02000000000000000000" pitchFamily="2" charset="0"/>
              <a:cs typeface="Roboto" panose="02000000000000000000" pitchFamily="2" charset="0"/>
            </a:rPr>
            <a:t>Nombre de la Organización</a:t>
          </a:r>
        </a:p>
      </dgm:t>
    </dgm:pt>
    <dgm:pt modelId="{B4089F68-D403-43C8-B5DC-85CB5DB395FD}" type="parTrans" cxnId="{1A2284D1-4D6D-476E-8EFA-EE36F52E1F4F}">
      <dgm:prSet/>
      <dgm:spPr/>
      <dgm:t>
        <a:bodyPr/>
        <a:lstStyle/>
        <a:p>
          <a:endParaRPr lang="es-MX" sz="3600">
            <a:latin typeface="Roboto" panose="02000000000000000000" pitchFamily="2" charset="0"/>
            <a:ea typeface="Roboto" panose="02000000000000000000" pitchFamily="2" charset="0"/>
            <a:cs typeface="Roboto" panose="02000000000000000000" pitchFamily="2" charset="0"/>
          </a:endParaRPr>
        </a:p>
      </dgm:t>
    </dgm:pt>
    <dgm:pt modelId="{2F40FDAB-2876-4E66-8937-16C4244539AB}" type="sibTrans" cxnId="{1A2284D1-4D6D-476E-8EFA-EE36F52E1F4F}">
      <dgm:prSet/>
      <dgm:spPr/>
      <dgm:t>
        <a:bodyPr/>
        <a:lstStyle/>
        <a:p>
          <a:endParaRPr lang="es-MX" sz="3600">
            <a:latin typeface="Roboto" panose="02000000000000000000" pitchFamily="2" charset="0"/>
            <a:ea typeface="Roboto" panose="02000000000000000000" pitchFamily="2" charset="0"/>
            <a:cs typeface="Roboto" panose="02000000000000000000" pitchFamily="2" charset="0"/>
          </a:endParaRPr>
        </a:p>
      </dgm:t>
    </dgm:pt>
    <dgm:pt modelId="{8139EDF8-5201-4198-96F3-08478BE89128}">
      <dgm:prSet custT="1"/>
      <dgm:spPr/>
      <dgm:t>
        <a:bodyPr/>
        <a:lstStyle/>
        <a:p>
          <a:r>
            <a:rPr lang="es-MX" sz="1600" dirty="0">
              <a:latin typeface="Roboto" panose="02000000000000000000" pitchFamily="2" charset="0"/>
              <a:ea typeface="Roboto" panose="02000000000000000000" pitchFamily="2" charset="0"/>
              <a:cs typeface="Roboto" panose="02000000000000000000" pitchFamily="2" charset="0"/>
            </a:rPr>
            <a:t>Nombre de Proyecto</a:t>
          </a:r>
        </a:p>
      </dgm:t>
    </dgm:pt>
    <dgm:pt modelId="{02A53C09-2765-49A6-9ECB-3A7452BEAD29}" type="parTrans" cxnId="{06B10BF6-AE65-4774-BC66-14BBD9582F76}">
      <dgm:prSet/>
      <dgm:spPr/>
      <dgm:t>
        <a:bodyPr/>
        <a:lstStyle/>
        <a:p>
          <a:endParaRPr lang="es-MX" sz="3600">
            <a:latin typeface="Roboto" panose="02000000000000000000" pitchFamily="2" charset="0"/>
            <a:ea typeface="Roboto" panose="02000000000000000000" pitchFamily="2" charset="0"/>
            <a:cs typeface="Roboto" panose="02000000000000000000" pitchFamily="2" charset="0"/>
          </a:endParaRPr>
        </a:p>
      </dgm:t>
    </dgm:pt>
    <dgm:pt modelId="{3A12117F-0757-4D40-9505-FC7015A7C71B}" type="sibTrans" cxnId="{06B10BF6-AE65-4774-BC66-14BBD9582F76}">
      <dgm:prSet/>
      <dgm:spPr/>
      <dgm:t>
        <a:bodyPr/>
        <a:lstStyle/>
        <a:p>
          <a:endParaRPr lang="es-MX" sz="3600">
            <a:latin typeface="Roboto" panose="02000000000000000000" pitchFamily="2" charset="0"/>
            <a:ea typeface="Roboto" panose="02000000000000000000" pitchFamily="2" charset="0"/>
            <a:cs typeface="Roboto" panose="02000000000000000000" pitchFamily="2" charset="0"/>
          </a:endParaRPr>
        </a:p>
      </dgm:t>
    </dgm:pt>
    <dgm:pt modelId="{D81076D1-AC7E-4C09-B33E-A08B21566807}">
      <dgm:prSet custT="1"/>
      <dgm:spPr/>
      <dgm:t>
        <a:bodyPr/>
        <a:lstStyle/>
        <a:p>
          <a:r>
            <a:rPr lang="es-MX" sz="1600" dirty="0">
              <a:latin typeface="Roboto" panose="02000000000000000000" pitchFamily="2" charset="0"/>
              <a:ea typeface="Roboto" panose="02000000000000000000" pitchFamily="2" charset="0"/>
              <a:cs typeface="Roboto" panose="02000000000000000000" pitchFamily="2" charset="0"/>
            </a:rPr>
            <a:t>Ubicación</a:t>
          </a:r>
        </a:p>
      </dgm:t>
    </dgm:pt>
    <dgm:pt modelId="{DFC848DB-6833-48DC-96B2-9FBE97C9A19F}" type="parTrans" cxnId="{795A2C3C-586C-47BF-ADE2-F247838C59BC}">
      <dgm:prSet/>
      <dgm:spPr/>
      <dgm:t>
        <a:bodyPr/>
        <a:lstStyle/>
        <a:p>
          <a:endParaRPr lang="es-MX" sz="3600">
            <a:latin typeface="Roboto" panose="02000000000000000000" pitchFamily="2" charset="0"/>
            <a:ea typeface="Roboto" panose="02000000000000000000" pitchFamily="2" charset="0"/>
            <a:cs typeface="Roboto" panose="02000000000000000000" pitchFamily="2" charset="0"/>
          </a:endParaRPr>
        </a:p>
      </dgm:t>
    </dgm:pt>
    <dgm:pt modelId="{6C3A34B2-C5BD-4A50-9132-C2FF51CB470C}" type="sibTrans" cxnId="{795A2C3C-586C-47BF-ADE2-F247838C59BC}">
      <dgm:prSet/>
      <dgm:spPr/>
      <dgm:t>
        <a:bodyPr/>
        <a:lstStyle/>
        <a:p>
          <a:endParaRPr lang="es-MX" sz="3600">
            <a:latin typeface="Roboto" panose="02000000000000000000" pitchFamily="2" charset="0"/>
            <a:ea typeface="Roboto" panose="02000000000000000000" pitchFamily="2" charset="0"/>
            <a:cs typeface="Roboto" panose="02000000000000000000" pitchFamily="2" charset="0"/>
          </a:endParaRPr>
        </a:p>
      </dgm:t>
    </dgm:pt>
    <dgm:pt modelId="{D1BBC740-7D69-4D5E-9FD1-432EAC798E0F}">
      <dgm:prSet custT="1"/>
      <dgm:spPr/>
      <dgm:t>
        <a:bodyPr/>
        <a:lstStyle/>
        <a:p>
          <a:pPr>
            <a:buSzPts val="1000"/>
            <a:buFont typeface="Symbol" panose="05050102010706020507" pitchFamily="18" charset="2"/>
            <a:buChar char=""/>
          </a:pPr>
          <a:r>
            <a:rPr lang="es-MX" sz="1600" dirty="0">
              <a:latin typeface="Roboto" panose="02000000000000000000" pitchFamily="2" charset="0"/>
              <a:ea typeface="Roboto" panose="02000000000000000000" pitchFamily="2" charset="0"/>
              <a:cs typeface="Roboto" panose="02000000000000000000" pitchFamily="2" charset="0"/>
            </a:rPr>
            <a:t>Erick Renato Vega Ceron</a:t>
          </a:r>
        </a:p>
      </dgm:t>
    </dgm:pt>
    <dgm:pt modelId="{B9B9314C-4E35-487B-8B3E-D3F09A371625}" type="parTrans" cxnId="{BA155CF7-594E-4E11-A152-2584E89CA0EB}">
      <dgm:prSet/>
      <dgm:spPr/>
      <dgm:t>
        <a:bodyPr/>
        <a:lstStyle/>
        <a:p>
          <a:endParaRPr lang="es-MX" sz="3600">
            <a:latin typeface="Roboto" panose="02000000000000000000" pitchFamily="2" charset="0"/>
            <a:ea typeface="Roboto" panose="02000000000000000000" pitchFamily="2" charset="0"/>
            <a:cs typeface="Roboto" panose="02000000000000000000" pitchFamily="2" charset="0"/>
          </a:endParaRPr>
        </a:p>
      </dgm:t>
    </dgm:pt>
    <dgm:pt modelId="{0C26E27C-C3D7-4D8C-89C4-88834AC18960}" type="sibTrans" cxnId="{BA155CF7-594E-4E11-A152-2584E89CA0EB}">
      <dgm:prSet/>
      <dgm:spPr/>
      <dgm:t>
        <a:bodyPr/>
        <a:lstStyle/>
        <a:p>
          <a:endParaRPr lang="es-MX" sz="3600">
            <a:latin typeface="Roboto" panose="02000000000000000000" pitchFamily="2" charset="0"/>
            <a:ea typeface="Roboto" panose="02000000000000000000" pitchFamily="2" charset="0"/>
            <a:cs typeface="Roboto" panose="02000000000000000000" pitchFamily="2" charset="0"/>
          </a:endParaRPr>
        </a:p>
      </dgm:t>
    </dgm:pt>
    <dgm:pt modelId="{F1C4B02F-2509-4B40-858E-79F3C88139BC}">
      <dgm:prSet custT="1"/>
      <dgm:spPr/>
      <dgm:t>
        <a:bodyPr/>
        <a:lstStyle/>
        <a:p>
          <a:pPr>
            <a:buSzPts val="1000"/>
            <a:buFont typeface="Symbol" panose="05050102010706020507" pitchFamily="18" charset="2"/>
            <a:buChar char=""/>
          </a:pPr>
          <a:r>
            <a:rPr lang="es-MX" sz="1600" dirty="0">
              <a:latin typeface="Roboto" panose="02000000000000000000" pitchFamily="2" charset="0"/>
              <a:ea typeface="Roboto" panose="02000000000000000000" pitchFamily="2" charset="0"/>
              <a:cs typeface="Roboto" panose="02000000000000000000" pitchFamily="2" charset="0"/>
            </a:rPr>
            <a:t>Genoveva Martínez Lima</a:t>
          </a:r>
        </a:p>
      </dgm:t>
    </dgm:pt>
    <dgm:pt modelId="{729488DD-3E1F-4925-B4FF-C52920BA3B92}" type="parTrans" cxnId="{A68A8B16-9B07-42D1-A8C6-E54DB950873B}">
      <dgm:prSet/>
      <dgm:spPr/>
      <dgm:t>
        <a:bodyPr/>
        <a:lstStyle/>
        <a:p>
          <a:endParaRPr lang="es-MX" sz="3600">
            <a:latin typeface="Roboto" panose="02000000000000000000" pitchFamily="2" charset="0"/>
            <a:ea typeface="Roboto" panose="02000000000000000000" pitchFamily="2" charset="0"/>
            <a:cs typeface="Roboto" panose="02000000000000000000" pitchFamily="2" charset="0"/>
          </a:endParaRPr>
        </a:p>
      </dgm:t>
    </dgm:pt>
    <dgm:pt modelId="{A42B7F88-E520-4C49-91E6-2E01AC1B0BCA}" type="sibTrans" cxnId="{A68A8B16-9B07-42D1-A8C6-E54DB950873B}">
      <dgm:prSet/>
      <dgm:spPr/>
      <dgm:t>
        <a:bodyPr/>
        <a:lstStyle/>
        <a:p>
          <a:endParaRPr lang="es-MX" sz="3600">
            <a:latin typeface="Roboto" panose="02000000000000000000" pitchFamily="2" charset="0"/>
            <a:ea typeface="Roboto" panose="02000000000000000000" pitchFamily="2" charset="0"/>
            <a:cs typeface="Roboto" panose="02000000000000000000" pitchFamily="2" charset="0"/>
          </a:endParaRPr>
        </a:p>
      </dgm:t>
    </dgm:pt>
    <dgm:pt modelId="{6408DC28-7AF0-44D9-AF94-C41D2B49AF5C}">
      <dgm:prSet custT="1"/>
      <dgm:spPr/>
      <dgm:t>
        <a:bodyPr/>
        <a:lstStyle/>
        <a:p>
          <a:r>
            <a:rPr lang="es-MX" sz="1600" dirty="0">
              <a:latin typeface="Roboto" panose="02000000000000000000" pitchFamily="2" charset="0"/>
              <a:ea typeface="Roboto" panose="02000000000000000000" pitchFamily="2" charset="0"/>
              <a:cs typeface="Roboto" panose="02000000000000000000" pitchFamily="2" charset="0"/>
            </a:rPr>
            <a:t>Fundador y director general</a:t>
          </a:r>
        </a:p>
      </dgm:t>
    </dgm:pt>
    <dgm:pt modelId="{2AE74E77-C500-459A-8109-EDCC28B32392}" type="parTrans" cxnId="{DEBDEEFA-0B66-42F6-BFB4-AEC70F16B470}">
      <dgm:prSet/>
      <dgm:spPr/>
      <dgm:t>
        <a:bodyPr/>
        <a:lstStyle/>
        <a:p>
          <a:endParaRPr lang="es-MX" sz="3600">
            <a:latin typeface="Roboto" panose="02000000000000000000" pitchFamily="2" charset="0"/>
            <a:ea typeface="Roboto" panose="02000000000000000000" pitchFamily="2" charset="0"/>
            <a:cs typeface="Roboto" panose="02000000000000000000" pitchFamily="2" charset="0"/>
          </a:endParaRPr>
        </a:p>
      </dgm:t>
    </dgm:pt>
    <dgm:pt modelId="{4EBC032E-90A7-4C82-B236-538467482201}" type="sibTrans" cxnId="{DEBDEEFA-0B66-42F6-BFB4-AEC70F16B470}">
      <dgm:prSet/>
      <dgm:spPr/>
      <dgm:t>
        <a:bodyPr/>
        <a:lstStyle/>
        <a:p>
          <a:endParaRPr lang="es-MX" sz="3600">
            <a:latin typeface="Roboto" panose="02000000000000000000" pitchFamily="2" charset="0"/>
            <a:ea typeface="Roboto" panose="02000000000000000000" pitchFamily="2" charset="0"/>
            <a:cs typeface="Roboto" panose="02000000000000000000" pitchFamily="2" charset="0"/>
          </a:endParaRPr>
        </a:p>
      </dgm:t>
    </dgm:pt>
    <dgm:pt modelId="{112A3959-90E9-436C-AC64-796B8A543019}">
      <dgm:prSet custT="1"/>
      <dgm:spPr/>
      <dgm:t>
        <a:bodyPr/>
        <a:lstStyle/>
        <a:p>
          <a:r>
            <a:rPr lang="es-MX" sz="1600" dirty="0">
              <a:latin typeface="Roboto" panose="02000000000000000000" pitchFamily="2" charset="0"/>
              <a:ea typeface="Roboto" panose="02000000000000000000" pitchFamily="2" charset="0"/>
              <a:cs typeface="Roboto" panose="02000000000000000000" pitchFamily="2" charset="0"/>
            </a:rPr>
            <a:t>Fundador y desarrollador</a:t>
          </a:r>
        </a:p>
      </dgm:t>
    </dgm:pt>
    <dgm:pt modelId="{844B0136-4BDF-45D5-9E77-EFA9EA8C469A}" type="parTrans" cxnId="{4410E70B-44F7-44BC-99CC-BBFBE4E93328}">
      <dgm:prSet/>
      <dgm:spPr/>
      <dgm:t>
        <a:bodyPr/>
        <a:lstStyle/>
        <a:p>
          <a:endParaRPr lang="es-MX" sz="3600">
            <a:latin typeface="Roboto" panose="02000000000000000000" pitchFamily="2" charset="0"/>
            <a:ea typeface="Roboto" panose="02000000000000000000" pitchFamily="2" charset="0"/>
            <a:cs typeface="Roboto" panose="02000000000000000000" pitchFamily="2" charset="0"/>
          </a:endParaRPr>
        </a:p>
      </dgm:t>
    </dgm:pt>
    <dgm:pt modelId="{2ADFC958-2E1B-4000-A59A-4597EC8B2840}" type="sibTrans" cxnId="{4410E70B-44F7-44BC-99CC-BBFBE4E93328}">
      <dgm:prSet/>
      <dgm:spPr/>
      <dgm:t>
        <a:bodyPr/>
        <a:lstStyle/>
        <a:p>
          <a:endParaRPr lang="es-MX" sz="3600">
            <a:latin typeface="Roboto" panose="02000000000000000000" pitchFamily="2" charset="0"/>
            <a:ea typeface="Roboto" panose="02000000000000000000" pitchFamily="2" charset="0"/>
            <a:cs typeface="Roboto" panose="02000000000000000000" pitchFamily="2" charset="0"/>
          </a:endParaRPr>
        </a:p>
      </dgm:t>
    </dgm:pt>
    <dgm:pt modelId="{0D08EE0D-BC18-45D0-8914-6A495475FC67}" type="pres">
      <dgm:prSet presAssocID="{D3CBAAF4-3722-404C-8F7E-9C7E870F313B}" presName="linear" presStyleCnt="0">
        <dgm:presLayoutVars>
          <dgm:dir/>
          <dgm:animLvl val="lvl"/>
          <dgm:resizeHandles val="exact"/>
        </dgm:presLayoutVars>
      </dgm:prSet>
      <dgm:spPr/>
    </dgm:pt>
    <dgm:pt modelId="{125211CC-5232-4E4D-AF0E-F6C07000CD9E}" type="pres">
      <dgm:prSet presAssocID="{91EEAF2F-2276-40A9-A9B1-0576F85D309E}" presName="parentLin" presStyleCnt="0"/>
      <dgm:spPr/>
    </dgm:pt>
    <dgm:pt modelId="{0BE3DCC5-E48F-4953-8A14-4E95BD4FB534}" type="pres">
      <dgm:prSet presAssocID="{91EEAF2F-2276-40A9-A9B1-0576F85D309E}" presName="parentLeftMargin" presStyleLbl="node1" presStyleIdx="0" presStyleCnt="5"/>
      <dgm:spPr/>
    </dgm:pt>
    <dgm:pt modelId="{F4D109B9-84D7-4D11-AC08-94113A941D27}" type="pres">
      <dgm:prSet presAssocID="{91EEAF2F-2276-40A9-A9B1-0576F85D309E}" presName="parentText" presStyleLbl="node1" presStyleIdx="0" presStyleCnt="5">
        <dgm:presLayoutVars>
          <dgm:chMax val="0"/>
          <dgm:bulletEnabled val="1"/>
        </dgm:presLayoutVars>
      </dgm:prSet>
      <dgm:spPr/>
    </dgm:pt>
    <dgm:pt modelId="{2CA6B577-E7CE-4130-AF37-FF3594BA751E}" type="pres">
      <dgm:prSet presAssocID="{91EEAF2F-2276-40A9-A9B1-0576F85D309E}" presName="negativeSpace" presStyleCnt="0"/>
      <dgm:spPr/>
    </dgm:pt>
    <dgm:pt modelId="{8AB87D50-A5C0-4D42-8F17-D6686DB23436}" type="pres">
      <dgm:prSet presAssocID="{91EEAF2F-2276-40A9-A9B1-0576F85D309E}" presName="childText" presStyleLbl="conFgAcc1" presStyleIdx="0" presStyleCnt="5" custLinFactNeighborX="872" custLinFactNeighborY="22354">
        <dgm:presLayoutVars>
          <dgm:bulletEnabled val="1"/>
        </dgm:presLayoutVars>
      </dgm:prSet>
      <dgm:spPr/>
    </dgm:pt>
    <dgm:pt modelId="{A1AE512C-9EB4-4938-9309-DBF72FDB7ADC}" type="pres">
      <dgm:prSet presAssocID="{F402AF31-0059-44E7-ABC5-CF14E3A3A9FD}" presName="spaceBetweenRectangles" presStyleCnt="0"/>
      <dgm:spPr/>
    </dgm:pt>
    <dgm:pt modelId="{E5CAC5C6-6B13-4CC7-84B7-EBF5706BAC8D}" type="pres">
      <dgm:prSet presAssocID="{1614DC83-57CD-400F-8772-FF9FB9AEE3EB}" presName="parentLin" presStyleCnt="0"/>
      <dgm:spPr/>
    </dgm:pt>
    <dgm:pt modelId="{C989843D-681C-4561-826C-8B5AE86A555F}" type="pres">
      <dgm:prSet presAssocID="{1614DC83-57CD-400F-8772-FF9FB9AEE3EB}" presName="parentLeftMargin" presStyleLbl="node1" presStyleIdx="0" presStyleCnt="5"/>
      <dgm:spPr/>
    </dgm:pt>
    <dgm:pt modelId="{01D57B05-155C-4954-9023-A9BE0B22ACA9}" type="pres">
      <dgm:prSet presAssocID="{1614DC83-57CD-400F-8772-FF9FB9AEE3EB}" presName="parentText" presStyleLbl="node1" presStyleIdx="1" presStyleCnt="5" custScaleX="142857">
        <dgm:presLayoutVars>
          <dgm:chMax val="0"/>
          <dgm:bulletEnabled val="1"/>
        </dgm:presLayoutVars>
      </dgm:prSet>
      <dgm:spPr/>
    </dgm:pt>
    <dgm:pt modelId="{79238B54-E142-457A-99A8-5C127D784C69}" type="pres">
      <dgm:prSet presAssocID="{1614DC83-57CD-400F-8772-FF9FB9AEE3EB}" presName="negativeSpace" presStyleCnt="0"/>
      <dgm:spPr/>
    </dgm:pt>
    <dgm:pt modelId="{4A70EEDD-F90E-4C2B-B944-5EA24E7FE1A9}" type="pres">
      <dgm:prSet presAssocID="{1614DC83-57CD-400F-8772-FF9FB9AEE3EB}" presName="childText" presStyleLbl="conFgAcc1" presStyleIdx="1" presStyleCnt="5">
        <dgm:presLayoutVars>
          <dgm:bulletEnabled val="1"/>
        </dgm:presLayoutVars>
      </dgm:prSet>
      <dgm:spPr/>
    </dgm:pt>
    <dgm:pt modelId="{8A4401C3-A40A-459E-B966-E6D965BF6F5D}" type="pres">
      <dgm:prSet presAssocID="{C0E48113-AA0D-4C01-A620-2C617FC5BED7}" presName="spaceBetweenRectangles" presStyleCnt="0"/>
      <dgm:spPr/>
    </dgm:pt>
    <dgm:pt modelId="{828D02FB-6F08-40CD-946B-C3F44B1F98EC}" type="pres">
      <dgm:prSet presAssocID="{16594C34-8AF6-4B1A-B01B-42BFDDD827B5}" presName="parentLin" presStyleCnt="0"/>
      <dgm:spPr/>
    </dgm:pt>
    <dgm:pt modelId="{3DB3601F-7BC7-4F09-94C5-9707E569C3CE}" type="pres">
      <dgm:prSet presAssocID="{16594C34-8AF6-4B1A-B01B-42BFDDD827B5}" presName="parentLeftMargin" presStyleLbl="node1" presStyleIdx="1" presStyleCnt="5"/>
      <dgm:spPr/>
    </dgm:pt>
    <dgm:pt modelId="{6AEC45A6-271A-4B8E-97C7-120AC0E88308}" type="pres">
      <dgm:prSet presAssocID="{16594C34-8AF6-4B1A-B01B-42BFDDD827B5}" presName="parentText" presStyleLbl="node1" presStyleIdx="2" presStyleCnt="5">
        <dgm:presLayoutVars>
          <dgm:chMax val="0"/>
          <dgm:bulletEnabled val="1"/>
        </dgm:presLayoutVars>
      </dgm:prSet>
      <dgm:spPr/>
    </dgm:pt>
    <dgm:pt modelId="{7A68CF5E-F7C3-4279-B3A5-16ECFF187436}" type="pres">
      <dgm:prSet presAssocID="{16594C34-8AF6-4B1A-B01B-42BFDDD827B5}" presName="negativeSpace" presStyleCnt="0"/>
      <dgm:spPr/>
    </dgm:pt>
    <dgm:pt modelId="{C23141FB-6BEE-4AC5-BE8A-9AA6923344C8}" type="pres">
      <dgm:prSet presAssocID="{16594C34-8AF6-4B1A-B01B-42BFDDD827B5}" presName="childText" presStyleLbl="conFgAcc1" presStyleIdx="2" presStyleCnt="5">
        <dgm:presLayoutVars>
          <dgm:bulletEnabled val="1"/>
        </dgm:presLayoutVars>
      </dgm:prSet>
      <dgm:spPr/>
    </dgm:pt>
    <dgm:pt modelId="{6CD905B4-13A2-40A7-ACF1-F0A6E7B163A0}" type="pres">
      <dgm:prSet presAssocID="{F7DB1A33-F9B9-4C7D-9792-3036C2AE13B8}" presName="spaceBetweenRectangles" presStyleCnt="0"/>
      <dgm:spPr/>
    </dgm:pt>
    <dgm:pt modelId="{F6AE26E9-A8B7-48AB-9B84-3D4E3499B2C1}" type="pres">
      <dgm:prSet presAssocID="{D1BBC740-7D69-4D5E-9FD1-432EAC798E0F}" presName="parentLin" presStyleCnt="0"/>
      <dgm:spPr/>
    </dgm:pt>
    <dgm:pt modelId="{2BC2055B-62BD-45BF-9496-5CEFDD02A732}" type="pres">
      <dgm:prSet presAssocID="{D1BBC740-7D69-4D5E-9FD1-432EAC798E0F}" presName="parentLeftMargin" presStyleLbl="node1" presStyleIdx="2" presStyleCnt="5"/>
      <dgm:spPr/>
    </dgm:pt>
    <dgm:pt modelId="{DFE3B274-C03B-428B-96F3-77E6525CF1CC}" type="pres">
      <dgm:prSet presAssocID="{D1BBC740-7D69-4D5E-9FD1-432EAC798E0F}" presName="parentText" presStyleLbl="node1" presStyleIdx="3" presStyleCnt="5">
        <dgm:presLayoutVars>
          <dgm:chMax val="0"/>
          <dgm:bulletEnabled val="1"/>
        </dgm:presLayoutVars>
      </dgm:prSet>
      <dgm:spPr/>
    </dgm:pt>
    <dgm:pt modelId="{7B7CC021-2BC2-44BD-A88E-7DA211EE09DB}" type="pres">
      <dgm:prSet presAssocID="{D1BBC740-7D69-4D5E-9FD1-432EAC798E0F}" presName="negativeSpace" presStyleCnt="0"/>
      <dgm:spPr/>
    </dgm:pt>
    <dgm:pt modelId="{19DC87AC-1B96-4A13-9706-24F037C7E29F}" type="pres">
      <dgm:prSet presAssocID="{D1BBC740-7D69-4D5E-9FD1-432EAC798E0F}" presName="childText" presStyleLbl="conFgAcc1" presStyleIdx="3" presStyleCnt="5">
        <dgm:presLayoutVars>
          <dgm:bulletEnabled val="1"/>
        </dgm:presLayoutVars>
      </dgm:prSet>
      <dgm:spPr/>
    </dgm:pt>
    <dgm:pt modelId="{93321C9E-63AC-4E2B-96B8-93D50185D73E}" type="pres">
      <dgm:prSet presAssocID="{0C26E27C-C3D7-4D8C-89C4-88834AC18960}" presName="spaceBetweenRectangles" presStyleCnt="0"/>
      <dgm:spPr/>
    </dgm:pt>
    <dgm:pt modelId="{AF0E28B0-DF0C-4419-8F1A-B101CE262B5C}" type="pres">
      <dgm:prSet presAssocID="{F1C4B02F-2509-4B40-858E-79F3C88139BC}" presName="parentLin" presStyleCnt="0"/>
      <dgm:spPr/>
    </dgm:pt>
    <dgm:pt modelId="{6D595328-4A48-48BA-963E-BDE995238B33}" type="pres">
      <dgm:prSet presAssocID="{F1C4B02F-2509-4B40-858E-79F3C88139BC}" presName="parentLeftMargin" presStyleLbl="node1" presStyleIdx="3" presStyleCnt="5"/>
      <dgm:spPr/>
    </dgm:pt>
    <dgm:pt modelId="{BCF1795B-579B-4C58-B1CD-1F72202C6505}" type="pres">
      <dgm:prSet presAssocID="{F1C4B02F-2509-4B40-858E-79F3C88139BC}" presName="parentText" presStyleLbl="node1" presStyleIdx="4" presStyleCnt="5">
        <dgm:presLayoutVars>
          <dgm:chMax val="0"/>
          <dgm:bulletEnabled val="1"/>
        </dgm:presLayoutVars>
      </dgm:prSet>
      <dgm:spPr/>
    </dgm:pt>
    <dgm:pt modelId="{07067E2C-93BD-4BE5-B677-FE596C4138F7}" type="pres">
      <dgm:prSet presAssocID="{F1C4B02F-2509-4B40-858E-79F3C88139BC}" presName="negativeSpace" presStyleCnt="0"/>
      <dgm:spPr/>
    </dgm:pt>
    <dgm:pt modelId="{9E0DA3EF-87E6-4C44-BB49-69EFB4DADC43}" type="pres">
      <dgm:prSet presAssocID="{F1C4B02F-2509-4B40-858E-79F3C88139BC}" presName="childText" presStyleLbl="conFgAcc1" presStyleIdx="4" presStyleCnt="5">
        <dgm:presLayoutVars>
          <dgm:bulletEnabled val="1"/>
        </dgm:presLayoutVars>
      </dgm:prSet>
      <dgm:spPr/>
    </dgm:pt>
  </dgm:ptLst>
  <dgm:cxnLst>
    <dgm:cxn modelId="{7B4D3905-B6FF-4DC9-B1E7-E8C3A5DBBACA}" type="presOf" srcId="{D3CBAAF4-3722-404C-8F7E-9C7E870F313B}" destId="{0D08EE0D-BC18-45D0-8914-6A495475FC67}" srcOrd="0" destOrd="0" presId="urn:microsoft.com/office/officeart/2005/8/layout/list1"/>
    <dgm:cxn modelId="{B08C6109-B712-4B17-B3B2-4445865EFA44}" srcId="{D3CBAAF4-3722-404C-8F7E-9C7E870F313B}" destId="{16594C34-8AF6-4B1A-B01B-42BFDDD827B5}" srcOrd="2" destOrd="0" parTransId="{74C484A9-6FD2-40B5-B339-B70B99B0D861}" sibTransId="{F7DB1A33-F9B9-4C7D-9792-3036C2AE13B8}"/>
    <dgm:cxn modelId="{4410E70B-44F7-44BC-99CC-BBFBE4E93328}" srcId="{F1C4B02F-2509-4B40-858E-79F3C88139BC}" destId="{112A3959-90E9-436C-AC64-796B8A543019}" srcOrd="0" destOrd="0" parTransId="{844B0136-4BDF-45D5-9E77-EFA9EA8C469A}" sibTransId="{2ADFC958-2E1B-4000-A59A-4597EC8B2840}"/>
    <dgm:cxn modelId="{1B526014-992E-4117-8309-30E88A0E9893}" type="presOf" srcId="{D1BBC740-7D69-4D5E-9FD1-432EAC798E0F}" destId="{2BC2055B-62BD-45BF-9496-5CEFDD02A732}" srcOrd="0" destOrd="0" presId="urn:microsoft.com/office/officeart/2005/8/layout/list1"/>
    <dgm:cxn modelId="{A68A8B16-9B07-42D1-A8C6-E54DB950873B}" srcId="{D3CBAAF4-3722-404C-8F7E-9C7E870F313B}" destId="{F1C4B02F-2509-4B40-858E-79F3C88139BC}" srcOrd="4" destOrd="0" parTransId="{729488DD-3E1F-4925-B4FF-C52920BA3B92}" sibTransId="{A42B7F88-E520-4C49-91E6-2E01AC1B0BCA}"/>
    <dgm:cxn modelId="{8B81C118-6D59-4865-BA2A-ADE1C52D9094}" type="presOf" srcId="{D1BBC740-7D69-4D5E-9FD1-432EAC798E0F}" destId="{DFE3B274-C03B-428B-96F3-77E6525CF1CC}" srcOrd="1" destOrd="0" presId="urn:microsoft.com/office/officeart/2005/8/layout/list1"/>
    <dgm:cxn modelId="{A68B6F24-4680-40A0-AA1A-5599304905E7}" type="presOf" srcId="{8139EDF8-5201-4198-96F3-08478BE89128}" destId="{4A70EEDD-F90E-4C2B-B944-5EA24E7FE1A9}" srcOrd="0" destOrd="0" presId="urn:microsoft.com/office/officeart/2005/8/layout/list1"/>
    <dgm:cxn modelId="{795A2C3C-586C-47BF-ADE2-F247838C59BC}" srcId="{16594C34-8AF6-4B1A-B01B-42BFDDD827B5}" destId="{D81076D1-AC7E-4C09-B33E-A08B21566807}" srcOrd="0" destOrd="0" parTransId="{DFC848DB-6833-48DC-96B2-9FBE97C9A19F}" sibTransId="{6C3A34B2-C5BD-4A50-9132-C2FF51CB470C}"/>
    <dgm:cxn modelId="{944B9E43-5A44-44D0-99FE-C3B8746018C1}" type="presOf" srcId="{D81076D1-AC7E-4C09-B33E-A08B21566807}" destId="{C23141FB-6BEE-4AC5-BE8A-9AA6923344C8}" srcOrd="0" destOrd="0" presId="urn:microsoft.com/office/officeart/2005/8/layout/list1"/>
    <dgm:cxn modelId="{4A3A806B-2A52-4D18-987C-142681BC87C5}" type="presOf" srcId="{F1C4B02F-2509-4B40-858E-79F3C88139BC}" destId="{BCF1795B-579B-4C58-B1CD-1F72202C6505}" srcOrd="1" destOrd="0" presId="urn:microsoft.com/office/officeart/2005/8/layout/list1"/>
    <dgm:cxn modelId="{A7FE8375-9EE5-45AC-93EA-BA70ABE8CA1C}" type="presOf" srcId="{16594C34-8AF6-4B1A-B01B-42BFDDD827B5}" destId="{3DB3601F-7BC7-4F09-94C5-9707E569C3CE}" srcOrd="0" destOrd="0" presId="urn:microsoft.com/office/officeart/2005/8/layout/list1"/>
    <dgm:cxn modelId="{FB1C2A81-86E4-4E83-AD4A-AB1E362672E5}" type="presOf" srcId="{91EEAF2F-2276-40A9-A9B1-0576F85D309E}" destId="{0BE3DCC5-E48F-4953-8A14-4E95BD4FB534}" srcOrd="0" destOrd="0" presId="urn:microsoft.com/office/officeart/2005/8/layout/list1"/>
    <dgm:cxn modelId="{FC1C0282-8E21-4CFE-A943-D438A2DF75CA}" type="presOf" srcId="{6408DC28-7AF0-44D9-AF94-C41D2B49AF5C}" destId="{19DC87AC-1B96-4A13-9706-24F037C7E29F}" srcOrd="0" destOrd="0" presId="urn:microsoft.com/office/officeart/2005/8/layout/list1"/>
    <dgm:cxn modelId="{9D056F82-B81C-4DBF-BF50-261109718C7E}" type="presOf" srcId="{91EEAF2F-2276-40A9-A9B1-0576F85D309E}" destId="{F4D109B9-84D7-4D11-AC08-94113A941D27}" srcOrd="1" destOrd="0" presId="urn:microsoft.com/office/officeart/2005/8/layout/list1"/>
    <dgm:cxn modelId="{DAD64DA4-553C-4C5B-9F07-15B927F03EE3}" type="presOf" srcId="{1614DC83-57CD-400F-8772-FF9FB9AEE3EB}" destId="{C989843D-681C-4561-826C-8B5AE86A555F}" srcOrd="0" destOrd="0" presId="urn:microsoft.com/office/officeart/2005/8/layout/list1"/>
    <dgm:cxn modelId="{442412B3-F2EC-49BA-B9BC-D923E6FFFC1F}" srcId="{D3CBAAF4-3722-404C-8F7E-9C7E870F313B}" destId="{1614DC83-57CD-400F-8772-FF9FB9AEE3EB}" srcOrd="1" destOrd="0" parTransId="{ABAB8477-1B06-4AC5-BB30-FD5DE5D44872}" sibTransId="{C0E48113-AA0D-4C01-A620-2C617FC5BED7}"/>
    <dgm:cxn modelId="{96EC47D0-4394-4B0F-9461-19714D3C713B}" type="presOf" srcId="{CE8BE5F2-8784-4C3D-BAE4-769B9A53CC3E}" destId="{8AB87D50-A5C0-4D42-8F17-D6686DB23436}" srcOrd="0" destOrd="0" presId="urn:microsoft.com/office/officeart/2005/8/layout/list1"/>
    <dgm:cxn modelId="{1A2284D1-4D6D-476E-8EFA-EE36F52E1F4F}" srcId="{91EEAF2F-2276-40A9-A9B1-0576F85D309E}" destId="{CE8BE5F2-8784-4C3D-BAE4-769B9A53CC3E}" srcOrd="0" destOrd="0" parTransId="{B4089F68-D403-43C8-B5DC-85CB5DB395FD}" sibTransId="{2F40FDAB-2876-4E66-8937-16C4244539AB}"/>
    <dgm:cxn modelId="{965738D7-5167-4E97-B681-0EEA85700A90}" type="presOf" srcId="{112A3959-90E9-436C-AC64-796B8A543019}" destId="{9E0DA3EF-87E6-4C44-BB49-69EFB4DADC43}" srcOrd="0" destOrd="0" presId="urn:microsoft.com/office/officeart/2005/8/layout/list1"/>
    <dgm:cxn modelId="{61B654DE-4C63-49E6-BE4A-8B1FB1B872F6}" type="presOf" srcId="{F1C4B02F-2509-4B40-858E-79F3C88139BC}" destId="{6D595328-4A48-48BA-963E-BDE995238B33}" srcOrd="0" destOrd="0" presId="urn:microsoft.com/office/officeart/2005/8/layout/list1"/>
    <dgm:cxn modelId="{461051E4-667C-4AFA-844D-4B603DB3CD65}" srcId="{D3CBAAF4-3722-404C-8F7E-9C7E870F313B}" destId="{91EEAF2F-2276-40A9-A9B1-0576F85D309E}" srcOrd="0" destOrd="0" parTransId="{22DDB2CF-484D-42B2-A0CA-2E8CD8AE10FA}" sibTransId="{F402AF31-0059-44E7-ABC5-CF14E3A3A9FD}"/>
    <dgm:cxn modelId="{74D9D5E7-C4D9-486A-8990-E1852EFC0113}" type="presOf" srcId="{1614DC83-57CD-400F-8772-FF9FB9AEE3EB}" destId="{01D57B05-155C-4954-9023-A9BE0B22ACA9}" srcOrd="1" destOrd="0" presId="urn:microsoft.com/office/officeart/2005/8/layout/list1"/>
    <dgm:cxn modelId="{06B10BF6-AE65-4774-BC66-14BBD9582F76}" srcId="{1614DC83-57CD-400F-8772-FF9FB9AEE3EB}" destId="{8139EDF8-5201-4198-96F3-08478BE89128}" srcOrd="0" destOrd="0" parTransId="{02A53C09-2765-49A6-9ECB-3A7452BEAD29}" sibTransId="{3A12117F-0757-4D40-9505-FC7015A7C71B}"/>
    <dgm:cxn modelId="{BA155CF7-594E-4E11-A152-2584E89CA0EB}" srcId="{D3CBAAF4-3722-404C-8F7E-9C7E870F313B}" destId="{D1BBC740-7D69-4D5E-9FD1-432EAC798E0F}" srcOrd="3" destOrd="0" parTransId="{B9B9314C-4E35-487B-8B3E-D3F09A371625}" sibTransId="{0C26E27C-C3D7-4D8C-89C4-88834AC18960}"/>
    <dgm:cxn modelId="{6489ACF7-BAA2-45D4-B04B-C59863C946C2}" type="presOf" srcId="{16594C34-8AF6-4B1A-B01B-42BFDDD827B5}" destId="{6AEC45A6-271A-4B8E-97C7-120AC0E88308}" srcOrd="1" destOrd="0" presId="urn:microsoft.com/office/officeart/2005/8/layout/list1"/>
    <dgm:cxn modelId="{DEBDEEFA-0B66-42F6-BFB4-AEC70F16B470}" srcId="{D1BBC740-7D69-4D5E-9FD1-432EAC798E0F}" destId="{6408DC28-7AF0-44D9-AF94-C41D2B49AF5C}" srcOrd="0" destOrd="0" parTransId="{2AE74E77-C500-459A-8109-EDCC28B32392}" sibTransId="{4EBC032E-90A7-4C82-B236-538467482201}"/>
    <dgm:cxn modelId="{B65FEFD3-8317-4477-BBA0-F14AD8F4ED54}" type="presParOf" srcId="{0D08EE0D-BC18-45D0-8914-6A495475FC67}" destId="{125211CC-5232-4E4D-AF0E-F6C07000CD9E}" srcOrd="0" destOrd="0" presId="urn:microsoft.com/office/officeart/2005/8/layout/list1"/>
    <dgm:cxn modelId="{17B54725-46C6-4099-9798-3BE076CAA949}" type="presParOf" srcId="{125211CC-5232-4E4D-AF0E-F6C07000CD9E}" destId="{0BE3DCC5-E48F-4953-8A14-4E95BD4FB534}" srcOrd="0" destOrd="0" presId="urn:microsoft.com/office/officeart/2005/8/layout/list1"/>
    <dgm:cxn modelId="{AF6C3C38-9C16-4C8E-8D50-8360B1EB310B}" type="presParOf" srcId="{125211CC-5232-4E4D-AF0E-F6C07000CD9E}" destId="{F4D109B9-84D7-4D11-AC08-94113A941D27}" srcOrd="1" destOrd="0" presId="urn:microsoft.com/office/officeart/2005/8/layout/list1"/>
    <dgm:cxn modelId="{728B421A-FFB4-460D-B52A-EF8C915D6E87}" type="presParOf" srcId="{0D08EE0D-BC18-45D0-8914-6A495475FC67}" destId="{2CA6B577-E7CE-4130-AF37-FF3594BA751E}" srcOrd="1" destOrd="0" presId="urn:microsoft.com/office/officeart/2005/8/layout/list1"/>
    <dgm:cxn modelId="{A5F8E2B6-A4FB-4ABD-90A6-16636A729EE5}" type="presParOf" srcId="{0D08EE0D-BC18-45D0-8914-6A495475FC67}" destId="{8AB87D50-A5C0-4D42-8F17-D6686DB23436}" srcOrd="2" destOrd="0" presId="urn:microsoft.com/office/officeart/2005/8/layout/list1"/>
    <dgm:cxn modelId="{69CE1346-28C5-4D2C-BFA9-1986447B8914}" type="presParOf" srcId="{0D08EE0D-BC18-45D0-8914-6A495475FC67}" destId="{A1AE512C-9EB4-4938-9309-DBF72FDB7ADC}" srcOrd="3" destOrd="0" presId="urn:microsoft.com/office/officeart/2005/8/layout/list1"/>
    <dgm:cxn modelId="{5CEC88CD-C444-48F0-920A-E9B9D88A16B2}" type="presParOf" srcId="{0D08EE0D-BC18-45D0-8914-6A495475FC67}" destId="{E5CAC5C6-6B13-4CC7-84B7-EBF5706BAC8D}" srcOrd="4" destOrd="0" presId="urn:microsoft.com/office/officeart/2005/8/layout/list1"/>
    <dgm:cxn modelId="{6D5696D3-1925-4DD3-A3A9-C7C93411236F}" type="presParOf" srcId="{E5CAC5C6-6B13-4CC7-84B7-EBF5706BAC8D}" destId="{C989843D-681C-4561-826C-8B5AE86A555F}" srcOrd="0" destOrd="0" presId="urn:microsoft.com/office/officeart/2005/8/layout/list1"/>
    <dgm:cxn modelId="{6EB768C2-3B91-43C6-AD01-436FD5AFF7E9}" type="presParOf" srcId="{E5CAC5C6-6B13-4CC7-84B7-EBF5706BAC8D}" destId="{01D57B05-155C-4954-9023-A9BE0B22ACA9}" srcOrd="1" destOrd="0" presId="urn:microsoft.com/office/officeart/2005/8/layout/list1"/>
    <dgm:cxn modelId="{08CE0B29-75AB-46FE-8789-003CE273717A}" type="presParOf" srcId="{0D08EE0D-BC18-45D0-8914-6A495475FC67}" destId="{79238B54-E142-457A-99A8-5C127D784C69}" srcOrd="5" destOrd="0" presId="urn:microsoft.com/office/officeart/2005/8/layout/list1"/>
    <dgm:cxn modelId="{A9CFC403-B4C4-47C8-A29F-90FD83027544}" type="presParOf" srcId="{0D08EE0D-BC18-45D0-8914-6A495475FC67}" destId="{4A70EEDD-F90E-4C2B-B944-5EA24E7FE1A9}" srcOrd="6" destOrd="0" presId="urn:microsoft.com/office/officeart/2005/8/layout/list1"/>
    <dgm:cxn modelId="{AFEC1877-9EB9-4878-B86B-C054965C3D1F}" type="presParOf" srcId="{0D08EE0D-BC18-45D0-8914-6A495475FC67}" destId="{8A4401C3-A40A-459E-B966-E6D965BF6F5D}" srcOrd="7" destOrd="0" presId="urn:microsoft.com/office/officeart/2005/8/layout/list1"/>
    <dgm:cxn modelId="{E36C39E1-2BB1-44FF-83A3-7EBE41A9E651}" type="presParOf" srcId="{0D08EE0D-BC18-45D0-8914-6A495475FC67}" destId="{828D02FB-6F08-40CD-946B-C3F44B1F98EC}" srcOrd="8" destOrd="0" presId="urn:microsoft.com/office/officeart/2005/8/layout/list1"/>
    <dgm:cxn modelId="{84E1D26B-FC5B-4ABC-ADC3-FDAB0331A37A}" type="presParOf" srcId="{828D02FB-6F08-40CD-946B-C3F44B1F98EC}" destId="{3DB3601F-7BC7-4F09-94C5-9707E569C3CE}" srcOrd="0" destOrd="0" presId="urn:microsoft.com/office/officeart/2005/8/layout/list1"/>
    <dgm:cxn modelId="{634DB73C-D7FB-4DCC-B82D-DF8FF7E1000C}" type="presParOf" srcId="{828D02FB-6F08-40CD-946B-C3F44B1F98EC}" destId="{6AEC45A6-271A-4B8E-97C7-120AC0E88308}" srcOrd="1" destOrd="0" presId="urn:microsoft.com/office/officeart/2005/8/layout/list1"/>
    <dgm:cxn modelId="{0B2EF189-147C-41F6-90EC-ED3ECFBA98D0}" type="presParOf" srcId="{0D08EE0D-BC18-45D0-8914-6A495475FC67}" destId="{7A68CF5E-F7C3-4279-B3A5-16ECFF187436}" srcOrd="9" destOrd="0" presId="urn:microsoft.com/office/officeart/2005/8/layout/list1"/>
    <dgm:cxn modelId="{B2D5F81D-ECC0-4450-8942-81AD9AF292AA}" type="presParOf" srcId="{0D08EE0D-BC18-45D0-8914-6A495475FC67}" destId="{C23141FB-6BEE-4AC5-BE8A-9AA6923344C8}" srcOrd="10" destOrd="0" presId="urn:microsoft.com/office/officeart/2005/8/layout/list1"/>
    <dgm:cxn modelId="{90DFB1A6-D148-4093-A8DD-3B74DB3A29D4}" type="presParOf" srcId="{0D08EE0D-BC18-45D0-8914-6A495475FC67}" destId="{6CD905B4-13A2-40A7-ACF1-F0A6E7B163A0}" srcOrd="11" destOrd="0" presId="urn:microsoft.com/office/officeart/2005/8/layout/list1"/>
    <dgm:cxn modelId="{91FFB259-77AC-466D-B117-5C5516F123C3}" type="presParOf" srcId="{0D08EE0D-BC18-45D0-8914-6A495475FC67}" destId="{F6AE26E9-A8B7-48AB-9B84-3D4E3499B2C1}" srcOrd="12" destOrd="0" presId="urn:microsoft.com/office/officeart/2005/8/layout/list1"/>
    <dgm:cxn modelId="{DA07D96A-56B2-48B5-A5A6-B4A767437E05}" type="presParOf" srcId="{F6AE26E9-A8B7-48AB-9B84-3D4E3499B2C1}" destId="{2BC2055B-62BD-45BF-9496-5CEFDD02A732}" srcOrd="0" destOrd="0" presId="urn:microsoft.com/office/officeart/2005/8/layout/list1"/>
    <dgm:cxn modelId="{86652759-BBE0-4BC2-A771-D3603854DEC6}" type="presParOf" srcId="{F6AE26E9-A8B7-48AB-9B84-3D4E3499B2C1}" destId="{DFE3B274-C03B-428B-96F3-77E6525CF1CC}" srcOrd="1" destOrd="0" presId="urn:microsoft.com/office/officeart/2005/8/layout/list1"/>
    <dgm:cxn modelId="{BBCF9AF3-650C-4F52-865B-4E823BD8F070}" type="presParOf" srcId="{0D08EE0D-BC18-45D0-8914-6A495475FC67}" destId="{7B7CC021-2BC2-44BD-A88E-7DA211EE09DB}" srcOrd="13" destOrd="0" presId="urn:microsoft.com/office/officeart/2005/8/layout/list1"/>
    <dgm:cxn modelId="{A9E3885D-6B6E-40C3-8F68-2D86E1998491}" type="presParOf" srcId="{0D08EE0D-BC18-45D0-8914-6A495475FC67}" destId="{19DC87AC-1B96-4A13-9706-24F037C7E29F}" srcOrd="14" destOrd="0" presId="urn:microsoft.com/office/officeart/2005/8/layout/list1"/>
    <dgm:cxn modelId="{CA7774A8-0EDC-462A-9C0C-41484AEBAAE9}" type="presParOf" srcId="{0D08EE0D-BC18-45D0-8914-6A495475FC67}" destId="{93321C9E-63AC-4E2B-96B8-93D50185D73E}" srcOrd="15" destOrd="0" presId="urn:microsoft.com/office/officeart/2005/8/layout/list1"/>
    <dgm:cxn modelId="{B08DD8DC-BC4F-4A10-B4F9-D97230DF9A90}" type="presParOf" srcId="{0D08EE0D-BC18-45D0-8914-6A495475FC67}" destId="{AF0E28B0-DF0C-4419-8F1A-B101CE262B5C}" srcOrd="16" destOrd="0" presId="urn:microsoft.com/office/officeart/2005/8/layout/list1"/>
    <dgm:cxn modelId="{A56D2136-4F78-4AFE-B207-838F10C9C064}" type="presParOf" srcId="{AF0E28B0-DF0C-4419-8F1A-B101CE262B5C}" destId="{6D595328-4A48-48BA-963E-BDE995238B33}" srcOrd="0" destOrd="0" presId="urn:microsoft.com/office/officeart/2005/8/layout/list1"/>
    <dgm:cxn modelId="{09A0A8EE-F0D7-4733-A20A-74F0216A9242}" type="presParOf" srcId="{AF0E28B0-DF0C-4419-8F1A-B101CE262B5C}" destId="{BCF1795B-579B-4C58-B1CD-1F72202C6505}" srcOrd="1" destOrd="0" presId="urn:microsoft.com/office/officeart/2005/8/layout/list1"/>
    <dgm:cxn modelId="{FAE9D90B-EFB5-41A3-A056-206262E2A572}" type="presParOf" srcId="{0D08EE0D-BC18-45D0-8914-6A495475FC67}" destId="{07067E2C-93BD-4BE5-B677-FE596C4138F7}" srcOrd="17" destOrd="0" presId="urn:microsoft.com/office/officeart/2005/8/layout/list1"/>
    <dgm:cxn modelId="{21C723AA-28E9-4674-8EA6-47910B1B79B1}" type="presParOf" srcId="{0D08EE0D-BC18-45D0-8914-6A495475FC67}" destId="{9E0DA3EF-87E6-4C44-BB49-69EFB4DADC43}"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45FDCF9-F0CA-461F-812E-7B31716ABCC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MX"/>
        </a:p>
      </dgm:t>
    </dgm:pt>
    <dgm:pt modelId="{C6ABB242-72FC-4F2E-8B81-EEE9A15352FB}">
      <dgm:prSet phldrT="[Texto]"/>
      <dgm:spPr/>
      <dgm:t>
        <a:bodyPr/>
        <a:lstStyle/>
        <a:p>
          <a:r>
            <a:rPr lang="es-MX" dirty="0"/>
            <a:t>Descripción</a:t>
          </a:r>
        </a:p>
      </dgm:t>
    </dgm:pt>
    <dgm:pt modelId="{273976B6-9D7E-457C-9883-C727EB1A2410}" type="parTrans" cxnId="{4012CE07-EA06-4899-B309-8BA3CC64EB52}">
      <dgm:prSet/>
      <dgm:spPr/>
      <dgm:t>
        <a:bodyPr/>
        <a:lstStyle/>
        <a:p>
          <a:endParaRPr lang="es-MX"/>
        </a:p>
      </dgm:t>
    </dgm:pt>
    <dgm:pt modelId="{116C5B81-E7F4-488B-A58D-8D97FA6ECDB0}" type="sibTrans" cxnId="{4012CE07-EA06-4899-B309-8BA3CC64EB52}">
      <dgm:prSet/>
      <dgm:spPr/>
      <dgm:t>
        <a:bodyPr/>
        <a:lstStyle/>
        <a:p>
          <a:endParaRPr lang="es-MX"/>
        </a:p>
      </dgm:t>
    </dgm:pt>
    <dgm:pt modelId="{A6450EC7-F267-443A-924D-5344CB2819C8}">
      <dgm:prSet phldrT="[Texto]"/>
      <dgm:spPr/>
      <dgm:t>
        <a:bodyPr/>
        <a:lstStyle/>
        <a:p>
          <a:pPr>
            <a:buFont typeface="Arial" panose="020B0604020202020204" pitchFamily="34" charset="0"/>
            <a:buChar char="•"/>
          </a:pPr>
          <a:r>
            <a:rPr lang="es-MX" b="0" i="0" dirty="0"/>
            <a:t>Desarrollo de un sistema inteligente de cobro y control basado en tecnología RFID para el transporte público.</a:t>
          </a:r>
          <a:endParaRPr lang="es-MX" dirty="0"/>
        </a:p>
      </dgm:t>
    </dgm:pt>
    <dgm:pt modelId="{A5ED55F1-7F3A-478B-BD68-5CF83C7F734A}" type="parTrans" cxnId="{C33ACE92-F55D-4E3F-A023-B5C7E9ACF713}">
      <dgm:prSet/>
      <dgm:spPr/>
      <dgm:t>
        <a:bodyPr/>
        <a:lstStyle/>
        <a:p>
          <a:endParaRPr lang="es-MX"/>
        </a:p>
      </dgm:t>
    </dgm:pt>
    <dgm:pt modelId="{4FBBD12C-FD0A-423E-B0A8-CEA5AF223BEF}" type="sibTrans" cxnId="{C33ACE92-F55D-4E3F-A023-B5C7E9ACF713}">
      <dgm:prSet/>
      <dgm:spPr/>
      <dgm:t>
        <a:bodyPr/>
        <a:lstStyle/>
        <a:p>
          <a:endParaRPr lang="es-MX"/>
        </a:p>
      </dgm:t>
    </dgm:pt>
    <dgm:pt modelId="{D06EDA8A-C19B-4FD2-9FA5-80D08B387B7A}">
      <dgm:prSet phldrT="[Texto]"/>
      <dgm:spPr/>
      <dgm:t>
        <a:bodyPr/>
        <a:lstStyle/>
        <a:p>
          <a:r>
            <a:rPr lang="es-MX" b="1" i="0" dirty="0"/>
            <a:t>Objetivo del Proyecto</a:t>
          </a:r>
          <a:endParaRPr lang="es-MX" dirty="0"/>
        </a:p>
      </dgm:t>
    </dgm:pt>
    <dgm:pt modelId="{D2858E30-DDEC-498E-A82D-49AA39000F1F}" type="parTrans" cxnId="{37A37184-CDCE-4062-B91B-3D4C2289E343}">
      <dgm:prSet/>
      <dgm:spPr/>
      <dgm:t>
        <a:bodyPr/>
        <a:lstStyle/>
        <a:p>
          <a:endParaRPr lang="es-MX"/>
        </a:p>
      </dgm:t>
    </dgm:pt>
    <dgm:pt modelId="{131DF9E4-EC80-4B4B-AC30-61341CD27013}" type="sibTrans" cxnId="{37A37184-CDCE-4062-B91B-3D4C2289E343}">
      <dgm:prSet/>
      <dgm:spPr/>
      <dgm:t>
        <a:bodyPr/>
        <a:lstStyle/>
        <a:p>
          <a:endParaRPr lang="es-MX"/>
        </a:p>
      </dgm:t>
    </dgm:pt>
    <dgm:pt modelId="{8EF3F150-011B-411E-B048-F55B121B7EA6}">
      <dgm:prSet phldrT="[Texto]"/>
      <dgm:spPr/>
      <dgm:t>
        <a:bodyPr/>
        <a:lstStyle/>
        <a:p>
          <a:pPr>
            <a:buFont typeface="Arial" panose="020B0604020202020204" pitchFamily="34" charset="0"/>
            <a:buChar char="•"/>
          </a:pPr>
          <a:r>
            <a:rPr lang="es-MX" b="0" i="0" dirty="0"/>
            <a:t>Implementar un sistema avanzado de cobro y control en el transporte público.</a:t>
          </a:r>
          <a:endParaRPr lang="es-MX" dirty="0"/>
        </a:p>
      </dgm:t>
    </dgm:pt>
    <dgm:pt modelId="{C8AA16A8-FA96-4EBD-B90C-9C0C407EA220}" type="parTrans" cxnId="{B774815A-2C6E-467C-83BA-0FE1E62315F5}">
      <dgm:prSet/>
      <dgm:spPr/>
      <dgm:t>
        <a:bodyPr/>
        <a:lstStyle/>
        <a:p>
          <a:endParaRPr lang="es-MX"/>
        </a:p>
      </dgm:t>
    </dgm:pt>
    <dgm:pt modelId="{DC87F251-F409-4BB3-8031-3358C3432B6E}" type="sibTrans" cxnId="{B774815A-2C6E-467C-83BA-0FE1E62315F5}">
      <dgm:prSet/>
      <dgm:spPr/>
      <dgm:t>
        <a:bodyPr/>
        <a:lstStyle/>
        <a:p>
          <a:endParaRPr lang="es-MX"/>
        </a:p>
      </dgm:t>
    </dgm:pt>
    <dgm:pt modelId="{0FAA7A03-84C8-422F-9113-B49980744405}">
      <dgm:prSet/>
      <dgm:spPr/>
      <dgm:t>
        <a:bodyPr/>
        <a:lstStyle/>
        <a:p>
          <a:pPr>
            <a:buFont typeface="Arial" panose="020B0604020202020204" pitchFamily="34" charset="0"/>
            <a:buChar char="•"/>
          </a:pPr>
          <a:r>
            <a:rPr lang="es-MX" b="0" i="0"/>
            <a:t>Utilizar tecnología RFID para optimizar la gestión de pagos y supervisión de usuarios.</a:t>
          </a:r>
        </a:p>
      </dgm:t>
    </dgm:pt>
    <dgm:pt modelId="{58BB9B36-554E-4F19-ADED-44A935CFF5B9}" type="parTrans" cxnId="{291A0C0F-207A-4085-A747-C573320F99C5}">
      <dgm:prSet/>
      <dgm:spPr/>
      <dgm:t>
        <a:bodyPr/>
        <a:lstStyle/>
        <a:p>
          <a:endParaRPr lang="es-MX"/>
        </a:p>
      </dgm:t>
    </dgm:pt>
    <dgm:pt modelId="{C32208A6-7AB4-4897-9BA2-3B379FBC9F17}" type="sibTrans" cxnId="{291A0C0F-207A-4085-A747-C573320F99C5}">
      <dgm:prSet/>
      <dgm:spPr/>
      <dgm:t>
        <a:bodyPr/>
        <a:lstStyle/>
        <a:p>
          <a:endParaRPr lang="es-MX"/>
        </a:p>
      </dgm:t>
    </dgm:pt>
    <dgm:pt modelId="{E9A90F8C-3D28-4DA3-AF29-BF87D5FEE88D}">
      <dgm:prSet/>
      <dgm:spPr/>
      <dgm:t>
        <a:bodyPr/>
        <a:lstStyle/>
        <a:p>
          <a:pPr>
            <a:buFont typeface="Arial" panose="020B0604020202020204" pitchFamily="34" charset="0"/>
            <a:buChar char="•"/>
          </a:pPr>
          <a:r>
            <a:rPr lang="es-MX" b="0" i="0"/>
            <a:t>Mejorar la eficiencia, seguridad y comodidad de los usuarios del transporte público.</a:t>
          </a:r>
        </a:p>
      </dgm:t>
    </dgm:pt>
    <dgm:pt modelId="{1E673E49-99E9-4345-8249-DC4B970C9FC6}" type="parTrans" cxnId="{0AD7AE95-8CA1-457D-B068-979B1DE1E2DC}">
      <dgm:prSet/>
      <dgm:spPr/>
      <dgm:t>
        <a:bodyPr/>
        <a:lstStyle/>
        <a:p>
          <a:endParaRPr lang="es-MX"/>
        </a:p>
      </dgm:t>
    </dgm:pt>
    <dgm:pt modelId="{BFC5ADE7-824F-4C2D-82AC-3ACCA0121E3A}" type="sibTrans" cxnId="{0AD7AE95-8CA1-457D-B068-979B1DE1E2DC}">
      <dgm:prSet/>
      <dgm:spPr/>
      <dgm:t>
        <a:bodyPr/>
        <a:lstStyle/>
        <a:p>
          <a:endParaRPr lang="es-MX"/>
        </a:p>
      </dgm:t>
    </dgm:pt>
    <dgm:pt modelId="{D50AD335-A697-46B7-8283-BF03E4810FE1}">
      <dgm:prSet/>
      <dgm:spPr/>
      <dgm:t>
        <a:bodyPr/>
        <a:lstStyle/>
        <a:p>
          <a:pPr>
            <a:buFont typeface="Arial" panose="020B0604020202020204" pitchFamily="34" charset="0"/>
            <a:buChar char="•"/>
          </a:pPr>
          <a:r>
            <a:rPr lang="es-MX" b="0" i="0" dirty="0"/>
            <a:t>Proporcionar datos valiosos para la toma de decisiones por parte de las autoridades de transporte y dueños de flotas.</a:t>
          </a:r>
        </a:p>
      </dgm:t>
    </dgm:pt>
    <dgm:pt modelId="{543F8796-878B-42FB-86D2-775669CC667E}" type="parTrans" cxnId="{4D16F992-158F-40CF-98CB-4CC717E874E9}">
      <dgm:prSet/>
      <dgm:spPr/>
      <dgm:t>
        <a:bodyPr/>
        <a:lstStyle/>
        <a:p>
          <a:endParaRPr lang="es-MX"/>
        </a:p>
      </dgm:t>
    </dgm:pt>
    <dgm:pt modelId="{2D285528-2879-46C0-9A98-9D3A01730324}" type="sibTrans" cxnId="{4D16F992-158F-40CF-98CB-4CC717E874E9}">
      <dgm:prSet/>
      <dgm:spPr/>
      <dgm:t>
        <a:bodyPr/>
        <a:lstStyle/>
        <a:p>
          <a:endParaRPr lang="es-MX"/>
        </a:p>
      </dgm:t>
    </dgm:pt>
    <dgm:pt modelId="{5F6CD618-32EE-41CE-958D-B2A62BE52BF7}" type="pres">
      <dgm:prSet presAssocID="{D45FDCF9-F0CA-461F-812E-7B31716ABCCE}" presName="linear" presStyleCnt="0">
        <dgm:presLayoutVars>
          <dgm:animLvl val="lvl"/>
          <dgm:resizeHandles val="exact"/>
        </dgm:presLayoutVars>
      </dgm:prSet>
      <dgm:spPr/>
    </dgm:pt>
    <dgm:pt modelId="{D4F967E8-1AD7-4578-8EB0-AE6E1F96BB7C}" type="pres">
      <dgm:prSet presAssocID="{C6ABB242-72FC-4F2E-8B81-EEE9A15352FB}" presName="parentText" presStyleLbl="node1" presStyleIdx="0" presStyleCnt="2">
        <dgm:presLayoutVars>
          <dgm:chMax val="0"/>
          <dgm:bulletEnabled val="1"/>
        </dgm:presLayoutVars>
      </dgm:prSet>
      <dgm:spPr/>
    </dgm:pt>
    <dgm:pt modelId="{3E498348-0DC9-448B-85AF-5F73B7090F9A}" type="pres">
      <dgm:prSet presAssocID="{C6ABB242-72FC-4F2E-8B81-EEE9A15352FB}" presName="childText" presStyleLbl="revTx" presStyleIdx="0" presStyleCnt="2">
        <dgm:presLayoutVars>
          <dgm:bulletEnabled val="1"/>
        </dgm:presLayoutVars>
      </dgm:prSet>
      <dgm:spPr/>
    </dgm:pt>
    <dgm:pt modelId="{1A3E1902-12FB-43D5-A0C7-04E45CE28C7F}" type="pres">
      <dgm:prSet presAssocID="{D06EDA8A-C19B-4FD2-9FA5-80D08B387B7A}" presName="parentText" presStyleLbl="node1" presStyleIdx="1" presStyleCnt="2">
        <dgm:presLayoutVars>
          <dgm:chMax val="0"/>
          <dgm:bulletEnabled val="1"/>
        </dgm:presLayoutVars>
      </dgm:prSet>
      <dgm:spPr/>
    </dgm:pt>
    <dgm:pt modelId="{CEBDBE79-717B-4571-8553-6ED6B5F4892D}" type="pres">
      <dgm:prSet presAssocID="{D06EDA8A-C19B-4FD2-9FA5-80D08B387B7A}" presName="childText" presStyleLbl="revTx" presStyleIdx="1" presStyleCnt="2">
        <dgm:presLayoutVars>
          <dgm:bulletEnabled val="1"/>
        </dgm:presLayoutVars>
      </dgm:prSet>
      <dgm:spPr/>
    </dgm:pt>
  </dgm:ptLst>
  <dgm:cxnLst>
    <dgm:cxn modelId="{4012CE07-EA06-4899-B309-8BA3CC64EB52}" srcId="{D45FDCF9-F0CA-461F-812E-7B31716ABCCE}" destId="{C6ABB242-72FC-4F2E-8B81-EEE9A15352FB}" srcOrd="0" destOrd="0" parTransId="{273976B6-9D7E-457C-9883-C727EB1A2410}" sibTransId="{116C5B81-E7F4-488B-A58D-8D97FA6ECDB0}"/>
    <dgm:cxn modelId="{291A0C0F-207A-4085-A747-C573320F99C5}" srcId="{D06EDA8A-C19B-4FD2-9FA5-80D08B387B7A}" destId="{0FAA7A03-84C8-422F-9113-B49980744405}" srcOrd="1" destOrd="0" parTransId="{58BB9B36-554E-4F19-ADED-44A935CFF5B9}" sibTransId="{C32208A6-7AB4-4897-9BA2-3B379FBC9F17}"/>
    <dgm:cxn modelId="{43A42716-516A-4002-A2E2-9EDE1AB2E8F5}" type="presOf" srcId="{0FAA7A03-84C8-422F-9113-B49980744405}" destId="{CEBDBE79-717B-4571-8553-6ED6B5F4892D}" srcOrd="0" destOrd="1" presId="urn:microsoft.com/office/officeart/2005/8/layout/vList2"/>
    <dgm:cxn modelId="{A4F0226B-C00D-44AE-AE1D-2A41C5B7AFB5}" type="presOf" srcId="{D50AD335-A697-46B7-8283-BF03E4810FE1}" destId="{CEBDBE79-717B-4571-8553-6ED6B5F4892D}" srcOrd="0" destOrd="3" presId="urn:microsoft.com/office/officeart/2005/8/layout/vList2"/>
    <dgm:cxn modelId="{B774815A-2C6E-467C-83BA-0FE1E62315F5}" srcId="{D06EDA8A-C19B-4FD2-9FA5-80D08B387B7A}" destId="{8EF3F150-011B-411E-B048-F55B121B7EA6}" srcOrd="0" destOrd="0" parTransId="{C8AA16A8-FA96-4EBD-B90C-9C0C407EA220}" sibTransId="{DC87F251-F409-4BB3-8031-3358C3432B6E}"/>
    <dgm:cxn modelId="{37A37184-CDCE-4062-B91B-3D4C2289E343}" srcId="{D45FDCF9-F0CA-461F-812E-7B31716ABCCE}" destId="{D06EDA8A-C19B-4FD2-9FA5-80D08B387B7A}" srcOrd="1" destOrd="0" parTransId="{D2858E30-DDEC-498E-A82D-49AA39000F1F}" sibTransId="{131DF9E4-EC80-4B4B-AC30-61341CD27013}"/>
    <dgm:cxn modelId="{59CCA78E-CB74-4F2D-AB72-95FC61C7190F}" type="presOf" srcId="{D45FDCF9-F0CA-461F-812E-7B31716ABCCE}" destId="{5F6CD618-32EE-41CE-958D-B2A62BE52BF7}" srcOrd="0" destOrd="0" presId="urn:microsoft.com/office/officeart/2005/8/layout/vList2"/>
    <dgm:cxn modelId="{C33ACE92-F55D-4E3F-A023-B5C7E9ACF713}" srcId="{C6ABB242-72FC-4F2E-8B81-EEE9A15352FB}" destId="{A6450EC7-F267-443A-924D-5344CB2819C8}" srcOrd="0" destOrd="0" parTransId="{A5ED55F1-7F3A-478B-BD68-5CF83C7F734A}" sibTransId="{4FBBD12C-FD0A-423E-B0A8-CEA5AF223BEF}"/>
    <dgm:cxn modelId="{4D16F992-158F-40CF-98CB-4CC717E874E9}" srcId="{D06EDA8A-C19B-4FD2-9FA5-80D08B387B7A}" destId="{D50AD335-A697-46B7-8283-BF03E4810FE1}" srcOrd="3" destOrd="0" parTransId="{543F8796-878B-42FB-86D2-775669CC667E}" sibTransId="{2D285528-2879-46C0-9A98-9D3A01730324}"/>
    <dgm:cxn modelId="{0AD7AE95-8CA1-457D-B068-979B1DE1E2DC}" srcId="{D06EDA8A-C19B-4FD2-9FA5-80D08B387B7A}" destId="{E9A90F8C-3D28-4DA3-AF29-BF87D5FEE88D}" srcOrd="2" destOrd="0" parTransId="{1E673E49-99E9-4345-8249-DC4B970C9FC6}" sibTransId="{BFC5ADE7-824F-4C2D-82AC-3ACCA0121E3A}"/>
    <dgm:cxn modelId="{A87EABA1-FC6E-4646-BFF1-0C364D378FA2}" type="presOf" srcId="{C6ABB242-72FC-4F2E-8B81-EEE9A15352FB}" destId="{D4F967E8-1AD7-4578-8EB0-AE6E1F96BB7C}" srcOrd="0" destOrd="0" presId="urn:microsoft.com/office/officeart/2005/8/layout/vList2"/>
    <dgm:cxn modelId="{AF746BB3-8F41-4720-BA7D-12EF81C3E482}" type="presOf" srcId="{E9A90F8C-3D28-4DA3-AF29-BF87D5FEE88D}" destId="{CEBDBE79-717B-4571-8553-6ED6B5F4892D}" srcOrd="0" destOrd="2" presId="urn:microsoft.com/office/officeart/2005/8/layout/vList2"/>
    <dgm:cxn modelId="{AF108BC3-95A0-443E-94EC-B0E5708E4820}" type="presOf" srcId="{D06EDA8A-C19B-4FD2-9FA5-80D08B387B7A}" destId="{1A3E1902-12FB-43D5-A0C7-04E45CE28C7F}" srcOrd="0" destOrd="0" presId="urn:microsoft.com/office/officeart/2005/8/layout/vList2"/>
    <dgm:cxn modelId="{7F865FEB-3240-4D65-A5D0-23E6E40211FE}" type="presOf" srcId="{8EF3F150-011B-411E-B048-F55B121B7EA6}" destId="{CEBDBE79-717B-4571-8553-6ED6B5F4892D}" srcOrd="0" destOrd="0" presId="urn:microsoft.com/office/officeart/2005/8/layout/vList2"/>
    <dgm:cxn modelId="{5D2B4FF1-4C8F-4A79-8922-A181913D638C}" type="presOf" srcId="{A6450EC7-F267-443A-924D-5344CB2819C8}" destId="{3E498348-0DC9-448B-85AF-5F73B7090F9A}" srcOrd="0" destOrd="0" presId="urn:microsoft.com/office/officeart/2005/8/layout/vList2"/>
    <dgm:cxn modelId="{D9357BAD-5C4F-4424-A394-0E6C5AF84693}" type="presParOf" srcId="{5F6CD618-32EE-41CE-958D-B2A62BE52BF7}" destId="{D4F967E8-1AD7-4578-8EB0-AE6E1F96BB7C}" srcOrd="0" destOrd="0" presId="urn:microsoft.com/office/officeart/2005/8/layout/vList2"/>
    <dgm:cxn modelId="{2F72FE52-EE39-4528-990F-B63AED47F12D}" type="presParOf" srcId="{5F6CD618-32EE-41CE-958D-B2A62BE52BF7}" destId="{3E498348-0DC9-448B-85AF-5F73B7090F9A}" srcOrd="1" destOrd="0" presId="urn:microsoft.com/office/officeart/2005/8/layout/vList2"/>
    <dgm:cxn modelId="{88EE8516-B776-4344-AD46-9EEF95D0664C}" type="presParOf" srcId="{5F6CD618-32EE-41CE-958D-B2A62BE52BF7}" destId="{1A3E1902-12FB-43D5-A0C7-04E45CE28C7F}" srcOrd="2" destOrd="0" presId="urn:microsoft.com/office/officeart/2005/8/layout/vList2"/>
    <dgm:cxn modelId="{5FD955B7-2098-4ECF-8A0C-01606D72F99A}" type="presParOf" srcId="{5F6CD618-32EE-41CE-958D-B2A62BE52BF7}" destId="{CEBDBE79-717B-4571-8553-6ED6B5F4892D}"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45FDCF9-F0CA-461F-812E-7B31716ABCC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MX"/>
        </a:p>
      </dgm:t>
    </dgm:pt>
    <dgm:pt modelId="{D06EDA8A-C19B-4FD2-9FA5-80D08B387B7A}">
      <dgm:prSet phldrT="[Texto]"/>
      <dgm:spPr/>
      <dgm:t>
        <a:bodyPr/>
        <a:lstStyle/>
        <a:p>
          <a:r>
            <a:rPr lang="es-MX" b="1" i="0" dirty="0"/>
            <a:t>Justificación del Proyecto</a:t>
          </a:r>
          <a:endParaRPr lang="es-MX" dirty="0"/>
        </a:p>
      </dgm:t>
    </dgm:pt>
    <dgm:pt modelId="{D2858E30-DDEC-498E-A82D-49AA39000F1F}" type="parTrans" cxnId="{37A37184-CDCE-4062-B91B-3D4C2289E343}">
      <dgm:prSet/>
      <dgm:spPr/>
      <dgm:t>
        <a:bodyPr/>
        <a:lstStyle/>
        <a:p>
          <a:endParaRPr lang="es-MX"/>
        </a:p>
      </dgm:t>
    </dgm:pt>
    <dgm:pt modelId="{131DF9E4-EC80-4B4B-AC30-61341CD27013}" type="sibTrans" cxnId="{37A37184-CDCE-4062-B91B-3D4C2289E343}">
      <dgm:prSet/>
      <dgm:spPr/>
      <dgm:t>
        <a:bodyPr/>
        <a:lstStyle/>
        <a:p>
          <a:endParaRPr lang="es-MX"/>
        </a:p>
      </dgm:t>
    </dgm:pt>
    <dgm:pt modelId="{8EF3F150-011B-411E-B048-F55B121B7EA6}">
      <dgm:prSet phldrT="[Texto]"/>
      <dgm:spPr/>
      <dgm:t>
        <a:bodyPr/>
        <a:lstStyle/>
        <a:p>
          <a:pPr>
            <a:buFont typeface="Arial" panose="020B0604020202020204" pitchFamily="34" charset="0"/>
            <a:buChar char="•"/>
          </a:pPr>
          <a:r>
            <a:rPr lang="es-MX" b="0" i="0" dirty="0"/>
            <a:t>Mejorar la experiencia del usuario mediante un sistema de pago más eficiente y conveniente.</a:t>
          </a:r>
          <a:endParaRPr lang="es-MX" dirty="0"/>
        </a:p>
      </dgm:t>
    </dgm:pt>
    <dgm:pt modelId="{C8AA16A8-FA96-4EBD-B90C-9C0C407EA220}" type="parTrans" cxnId="{B774815A-2C6E-467C-83BA-0FE1E62315F5}">
      <dgm:prSet/>
      <dgm:spPr/>
      <dgm:t>
        <a:bodyPr/>
        <a:lstStyle/>
        <a:p>
          <a:endParaRPr lang="es-MX"/>
        </a:p>
      </dgm:t>
    </dgm:pt>
    <dgm:pt modelId="{DC87F251-F409-4BB3-8031-3358C3432B6E}" type="sibTrans" cxnId="{B774815A-2C6E-467C-83BA-0FE1E62315F5}">
      <dgm:prSet/>
      <dgm:spPr/>
      <dgm:t>
        <a:bodyPr/>
        <a:lstStyle/>
        <a:p>
          <a:endParaRPr lang="es-MX"/>
        </a:p>
      </dgm:t>
    </dgm:pt>
    <dgm:pt modelId="{C6F9A1A3-4CF0-467A-8D9B-8F093B98D33C}">
      <dgm:prSet/>
      <dgm:spPr/>
      <dgm:t>
        <a:bodyPr/>
        <a:lstStyle/>
        <a:p>
          <a:pPr>
            <a:buFont typeface="Arial" panose="020B0604020202020204" pitchFamily="34" charset="0"/>
            <a:buChar char="•"/>
          </a:pPr>
          <a:r>
            <a:rPr lang="es-MX" b="0" i="0"/>
            <a:t>Optimizar la gestión y supervisión del transporte público a través de la recopilación de datos en tiempo real.</a:t>
          </a:r>
        </a:p>
      </dgm:t>
    </dgm:pt>
    <dgm:pt modelId="{CF018553-36E6-416D-95B2-04D2523A498D}" type="parTrans" cxnId="{8D864B05-4596-4416-82EA-DA502A993A86}">
      <dgm:prSet/>
      <dgm:spPr/>
      <dgm:t>
        <a:bodyPr/>
        <a:lstStyle/>
        <a:p>
          <a:endParaRPr lang="es-MX"/>
        </a:p>
      </dgm:t>
    </dgm:pt>
    <dgm:pt modelId="{B2B2437F-8FD5-414F-8887-246002CEBB8A}" type="sibTrans" cxnId="{8D864B05-4596-4416-82EA-DA502A993A86}">
      <dgm:prSet/>
      <dgm:spPr/>
      <dgm:t>
        <a:bodyPr/>
        <a:lstStyle/>
        <a:p>
          <a:endParaRPr lang="es-MX"/>
        </a:p>
      </dgm:t>
    </dgm:pt>
    <dgm:pt modelId="{FB77CAC2-2FC6-4F8F-8FE1-63BE8F43107A}">
      <dgm:prSet/>
      <dgm:spPr/>
      <dgm:t>
        <a:bodyPr/>
        <a:lstStyle/>
        <a:p>
          <a:pPr>
            <a:buFont typeface="Arial" panose="020B0604020202020204" pitchFamily="34" charset="0"/>
            <a:buChar char="•"/>
          </a:pPr>
          <a:r>
            <a:rPr lang="es-MX" b="0" i="0"/>
            <a:t>Reducir la evasión de pagos y aumentar los ingresos para los operadores de transporte.</a:t>
          </a:r>
        </a:p>
      </dgm:t>
    </dgm:pt>
    <dgm:pt modelId="{5CC125F3-3C24-4A37-9F11-01FB1E0ECEB2}" type="parTrans" cxnId="{4B8CF553-685E-4878-99F4-DC294A8AD3B8}">
      <dgm:prSet/>
      <dgm:spPr/>
      <dgm:t>
        <a:bodyPr/>
        <a:lstStyle/>
        <a:p>
          <a:endParaRPr lang="es-MX"/>
        </a:p>
      </dgm:t>
    </dgm:pt>
    <dgm:pt modelId="{6BC3777C-4CC8-44BD-915E-2219D90735AB}" type="sibTrans" cxnId="{4B8CF553-685E-4878-99F4-DC294A8AD3B8}">
      <dgm:prSet/>
      <dgm:spPr/>
      <dgm:t>
        <a:bodyPr/>
        <a:lstStyle/>
        <a:p>
          <a:endParaRPr lang="es-MX"/>
        </a:p>
      </dgm:t>
    </dgm:pt>
    <dgm:pt modelId="{495C9F57-066E-4E57-A551-2EA07FE04D6E}">
      <dgm:prSet/>
      <dgm:spPr/>
      <dgm:t>
        <a:bodyPr/>
        <a:lstStyle/>
        <a:p>
          <a:pPr>
            <a:buFont typeface="Arial" panose="020B0604020202020204" pitchFamily="34" charset="0"/>
            <a:buChar char="•"/>
          </a:pPr>
          <a:r>
            <a:rPr lang="es-MX" b="0" i="0" dirty="0"/>
            <a:t>Modernizar y mejorar la imagen del sistema de transporte público.</a:t>
          </a:r>
        </a:p>
      </dgm:t>
    </dgm:pt>
    <dgm:pt modelId="{064F0C33-7B18-4520-9241-C2A54B8AD7B0}" type="parTrans" cxnId="{9942BE96-7421-42C6-BFD8-A536E11DC7C1}">
      <dgm:prSet/>
      <dgm:spPr/>
      <dgm:t>
        <a:bodyPr/>
        <a:lstStyle/>
        <a:p>
          <a:endParaRPr lang="es-MX"/>
        </a:p>
      </dgm:t>
    </dgm:pt>
    <dgm:pt modelId="{2F437C90-3D30-4865-84EC-DFFAC88F5069}" type="sibTrans" cxnId="{9942BE96-7421-42C6-BFD8-A536E11DC7C1}">
      <dgm:prSet/>
      <dgm:spPr/>
      <dgm:t>
        <a:bodyPr/>
        <a:lstStyle/>
        <a:p>
          <a:endParaRPr lang="es-MX"/>
        </a:p>
      </dgm:t>
    </dgm:pt>
    <dgm:pt modelId="{5F6CD618-32EE-41CE-958D-B2A62BE52BF7}" type="pres">
      <dgm:prSet presAssocID="{D45FDCF9-F0CA-461F-812E-7B31716ABCCE}" presName="linear" presStyleCnt="0">
        <dgm:presLayoutVars>
          <dgm:animLvl val="lvl"/>
          <dgm:resizeHandles val="exact"/>
        </dgm:presLayoutVars>
      </dgm:prSet>
      <dgm:spPr/>
    </dgm:pt>
    <dgm:pt modelId="{1A3E1902-12FB-43D5-A0C7-04E45CE28C7F}" type="pres">
      <dgm:prSet presAssocID="{D06EDA8A-C19B-4FD2-9FA5-80D08B387B7A}" presName="parentText" presStyleLbl="node1" presStyleIdx="0" presStyleCnt="1">
        <dgm:presLayoutVars>
          <dgm:chMax val="0"/>
          <dgm:bulletEnabled val="1"/>
        </dgm:presLayoutVars>
      </dgm:prSet>
      <dgm:spPr/>
    </dgm:pt>
    <dgm:pt modelId="{CEBDBE79-717B-4571-8553-6ED6B5F4892D}" type="pres">
      <dgm:prSet presAssocID="{D06EDA8A-C19B-4FD2-9FA5-80D08B387B7A}" presName="childText" presStyleLbl="revTx" presStyleIdx="0" presStyleCnt="1">
        <dgm:presLayoutVars>
          <dgm:bulletEnabled val="1"/>
        </dgm:presLayoutVars>
      </dgm:prSet>
      <dgm:spPr/>
    </dgm:pt>
  </dgm:ptLst>
  <dgm:cxnLst>
    <dgm:cxn modelId="{8D864B05-4596-4416-82EA-DA502A993A86}" srcId="{D06EDA8A-C19B-4FD2-9FA5-80D08B387B7A}" destId="{C6F9A1A3-4CF0-467A-8D9B-8F093B98D33C}" srcOrd="1" destOrd="0" parTransId="{CF018553-36E6-416D-95B2-04D2523A498D}" sibTransId="{B2B2437F-8FD5-414F-8887-246002CEBB8A}"/>
    <dgm:cxn modelId="{B6EE8D3D-55E2-4079-836F-4C4D1FAF32A5}" type="presOf" srcId="{FB77CAC2-2FC6-4F8F-8FE1-63BE8F43107A}" destId="{CEBDBE79-717B-4571-8553-6ED6B5F4892D}" srcOrd="0" destOrd="2" presId="urn:microsoft.com/office/officeart/2005/8/layout/vList2"/>
    <dgm:cxn modelId="{BB687653-9EC2-4987-9932-3F83C6654F5B}" type="presOf" srcId="{C6F9A1A3-4CF0-467A-8D9B-8F093B98D33C}" destId="{CEBDBE79-717B-4571-8553-6ED6B5F4892D}" srcOrd="0" destOrd="1" presId="urn:microsoft.com/office/officeart/2005/8/layout/vList2"/>
    <dgm:cxn modelId="{4B8CF553-685E-4878-99F4-DC294A8AD3B8}" srcId="{D06EDA8A-C19B-4FD2-9FA5-80D08B387B7A}" destId="{FB77CAC2-2FC6-4F8F-8FE1-63BE8F43107A}" srcOrd="2" destOrd="0" parTransId="{5CC125F3-3C24-4A37-9F11-01FB1E0ECEB2}" sibTransId="{6BC3777C-4CC8-44BD-915E-2219D90735AB}"/>
    <dgm:cxn modelId="{B774815A-2C6E-467C-83BA-0FE1E62315F5}" srcId="{D06EDA8A-C19B-4FD2-9FA5-80D08B387B7A}" destId="{8EF3F150-011B-411E-B048-F55B121B7EA6}" srcOrd="0" destOrd="0" parTransId="{C8AA16A8-FA96-4EBD-B90C-9C0C407EA220}" sibTransId="{DC87F251-F409-4BB3-8031-3358C3432B6E}"/>
    <dgm:cxn modelId="{37A37184-CDCE-4062-B91B-3D4C2289E343}" srcId="{D45FDCF9-F0CA-461F-812E-7B31716ABCCE}" destId="{D06EDA8A-C19B-4FD2-9FA5-80D08B387B7A}" srcOrd="0" destOrd="0" parTransId="{D2858E30-DDEC-498E-A82D-49AA39000F1F}" sibTransId="{131DF9E4-EC80-4B4B-AC30-61341CD27013}"/>
    <dgm:cxn modelId="{59CCA78E-CB74-4F2D-AB72-95FC61C7190F}" type="presOf" srcId="{D45FDCF9-F0CA-461F-812E-7B31716ABCCE}" destId="{5F6CD618-32EE-41CE-958D-B2A62BE52BF7}" srcOrd="0" destOrd="0" presId="urn:microsoft.com/office/officeart/2005/8/layout/vList2"/>
    <dgm:cxn modelId="{9942BE96-7421-42C6-BFD8-A536E11DC7C1}" srcId="{D06EDA8A-C19B-4FD2-9FA5-80D08B387B7A}" destId="{495C9F57-066E-4E57-A551-2EA07FE04D6E}" srcOrd="3" destOrd="0" parTransId="{064F0C33-7B18-4520-9241-C2A54B8AD7B0}" sibTransId="{2F437C90-3D30-4865-84EC-DFFAC88F5069}"/>
    <dgm:cxn modelId="{18E330A2-A26B-474C-80B4-35636BA9FFA5}" type="presOf" srcId="{495C9F57-066E-4E57-A551-2EA07FE04D6E}" destId="{CEBDBE79-717B-4571-8553-6ED6B5F4892D}" srcOrd="0" destOrd="3" presId="urn:microsoft.com/office/officeart/2005/8/layout/vList2"/>
    <dgm:cxn modelId="{AF108BC3-95A0-443E-94EC-B0E5708E4820}" type="presOf" srcId="{D06EDA8A-C19B-4FD2-9FA5-80D08B387B7A}" destId="{1A3E1902-12FB-43D5-A0C7-04E45CE28C7F}" srcOrd="0" destOrd="0" presId="urn:microsoft.com/office/officeart/2005/8/layout/vList2"/>
    <dgm:cxn modelId="{7F865FEB-3240-4D65-A5D0-23E6E40211FE}" type="presOf" srcId="{8EF3F150-011B-411E-B048-F55B121B7EA6}" destId="{CEBDBE79-717B-4571-8553-6ED6B5F4892D}" srcOrd="0" destOrd="0" presId="urn:microsoft.com/office/officeart/2005/8/layout/vList2"/>
    <dgm:cxn modelId="{88EE8516-B776-4344-AD46-9EEF95D0664C}" type="presParOf" srcId="{5F6CD618-32EE-41CE-958D-B2A62BE52BF7}" destId="{1A3E1902-12FB-43D5-A0C7-04E45CE28C7F}" srcOrd="0" destOrd="0" presId="urn:microsoft.com/office/officeart/2005/8/layout/vList2"/>
    <dgm:cxn modelId="{5FD955B7-2098-4ECF-8A0C-01606D72F99A}" type="presParOf" srcId="{5F6CD618-32EE-41CE-958D-B2A62BE52BF7}" destId="{CEBDBE79-717B-4571-8553-6ED6B5F4892D}"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18883A3-0D1E-47D8-9E5D-7FA3B712DB9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MX"/>
        </a:p>
      </dgm:t>
    </dgm:pt>
    <dgm:pt modelId="{7671B201-859E-4A11-B6C0-80B44E3A28B2}">
      <dgm:prSet phldrT="[Texto]"/>
      <dgm:spPr/>
      <dgm:t>
        <a:bodyPr/>
        <a:lstStyle/>
        <a:p>
          <a:pPr algn="ctr"/>
          <a:r>
            <a:rPr lang="es-MX" b="1" i="0" dirty="0"/>
            <a:t>Mayor Comodidad en el Pago</a:t>
          </a:r>
          <a:endParaRPr lang="es-MX" dirty="0"/>
        </a:p>
      </dgm:t>
    </dgm:pt>
    <dgm:pt modelId="{77E9D8D9-104C-4925-9C54-0E48064F0E84}" type="parTrans" cxnId="{401CBA57-DC9E-48C9-B4F1-4E93321B2C15}">
      <dgm:prSet/>
      <dgm:spPr/>
      <dgm:t>
        <a:bodyPr/>
        <a:lstStyle/>
        <a:p>
          <a:pPr algn="ctr"/>
          <a:endParaRPr lang="es-MX"/>
        </a:p>
      </dgm:t>
    </dgm:pt>
    <dgm:pt modelId="{FBA37704-2559-4E7E-9621-B71BDE35B288}" type="sibTrans" cxnId="{401CBA57-DC9E-48C9-B4F1-4E93321B2C15}">
      <dgm:prSet/>
      <dgm:spPr/>
      <dgm:t>
        <a:bodyPr/>
        <a:lstStyle/>
        <a:p>
          <a:pPr algn="ctr"/>
          <a:endParaRPr lang="es-MX"/>
        </a:p>
      </dgm:t>
    </dgm:pt>
    <dgm:pt modelId="{F8A11597-D58A-47CD-A882-49AC49872D39}">
      <dgm:prSet phldrT="[Texto]"/>
      <dgm:spPr/>
      <dgm:t>
        <a:bodyPr/>
        <a:lstStyle/>
        <a:p>
          <a:pPr algn="ctr"/>
          <a:r>
            <a:rPr lang="es-MX" b="1" i="0" dirty="0"/>
            <a:t>Reducción de Tiempos de Espera</a:t>
          </a:r>
          <a:endParaRPr lang="es-MX" dirty="0"/>
        </a:p>
      </dgm:t>
    </dgm:pt>
    <dgm:pt modelId="{A84AA7E2-9B25-4E63-B55D-7C0DBB6D5C0A}" type="parTrans" cxnId="{AE6EB894-C0DD-4BB5-90B9-50948D6D5D23}">
      <dgm:prSet/>
      <dgm:spPr/>
      <dgm:t>
        <a:bodyPr/>
        <a:lstStyle/>
        <a:p>
          <a:pPr algn="ctr"/>
          <a:endParaRPr lang="es-MX"/>
        </a:p>
      </dgm:t>
    </dgm:pt>
    <dgm:pt modelId="{A4428296-DEB3-4D71-86ED-D0A3B151008D}" type="sibTrans" cxnId="{AE6EB894-C0DD-4BB5-90B9-50948D6D5D23}">
      <dgm:prSet/>
      <dgm:spPr/>
      <dgm:t>
        <a:bodyPr/>
        <a:lstStyle/>
        <a:p>
          <a:pPr algn="ctr"/>
          <a:endParaRPr lang="es-MX"/>
        </a:p>
      </dgm:t>
    </dgm:pt>
    <dgm:pt modelId="{16C51454-450A-4D46-9038-FB3074F65429}">
      <dgm:prSet/>
      <dgm:spPr/>
      <dgm:t>
        <a:bodyPr/>
        <a:lstStyle/>
        <a:p>
          <a:pPr algn="ctr"/>
          <a:r>
            <a:rPr lang="es-MX" b="1" i="0" dirty="0"/>
            <a:t>Seguimiento de Rutas en Tiempo Real</a:t>
          </a:r>
          <a:endParaRPr lang="es-MX" dirty="0"/>
        </a:p>
      </dgm:t>
    </dgm:pt>
    <dgm:pt modelId="{2CD58B6F-A656-46DE-878A-81DE7799C2E8}" type="parTrans" cxnId="{2776B098-5114-49BA-AB21-02CEBCB8B534}">
      <dgm:prSet/>
      <dgm:spPr/>
      <dgm:t>
        <a:bodyPr/>
        <a:lstStyle/>
        <a:p>
          <a:pPr algn="ctr"/>
          <a:endParaRPr lang="es-MX"/>
        </a:p>
      </dgm:t>
    </dgm:pt>
    <dgm:pt modelId="{AA5518F9-949C-477E-9239-690179610443}" type="sibTrans" cxnId="{2776B098-5114-49BA-AB21-02CEBCB8B534}">
      <dgm:prSet/>
      <dgm:spPr/>
      <dgm:t>
        <a:bodyPr/>
        <a:lstStyle/>
        <a:p>
          <a:pPr algn="ctr"/>
          <a:endParaRPr lang="es-MX"/>
        </a:p>
      </dgm:t>
    </dgm:pt>
    <dgm:pt modelId="{15BDB10C-0793-42C5-8FE3-3CE435FBBC05}">
      <dgm:prSet/>
      <dgm:spPr/>
      <dgm:t>
        <a:bodyPr/>
        <a:lstStyle/>
        <a:p>
          <a:pPr algn="ctr"/>
          <a:r>
            <a:rPr lang="es-MX" b="1" i="0" dirty="0"/>
            <a:t>Mayor Seguridad</a:t>
          </a:r>
          <a:endParaRPr lang="es-MX" dirty="0"/>
        </a:p>
      </dgm:t>
    </dgm:pt>
    <dgm:pt modelId="{A81BAAC4-9A26-4A31-8D4B-9039D25FA507}" type="parTrans" cxnId="{3713D733-7FC6-4160-B012-9986F590C2D2}">
      <dgm:prSet/>
      <dgm:spPr/>
      <dgm:t>
        <a:bodyPr/>
        <a:lstStyle/>
        <a:p>
          <a:pPr algn="ctr"/>
          <a:endParaRPr lang="es-MX"/>
        </a:p>
      </dgm:t>
    </dgm:pt>
    <dgm:pt modelId="{B32B2B1C-1BE4-4224-9FCC-97FC4EF0DD2F}" type="sibTrans" cxnId="{3713D733-7FC6-4160-B012-9986F590C2D2}">
      <dgm:prSet/>
      <dgm:spPr/>
      <dgm:t>
        <a:bodyPr/>
        <a:lstStyle/>
        <a:p>
          <a:pPr algn="ctr"/>
          <a:endParaRPr lang="es-MX"/>
        </a:p>
      </dgm:t>
    </dgm:pt>
    <dgm:pt modelId="{6B2AB41F-C20A-4A69-8E90-8DA48DEDE6DA}">
      <dgm:prSet/>
      <dgm:spPr/>
      <dgm:t>
        <a:bodyPr/>
        <a:lstStyle/>
        <a:p>
          <a:pPr algn="ctr"/>
          <a:r>
            <a:rPr lang="es-MX" b="1" i="0" dirty="0"/>
            <a:t>Menos Evasión de Pago</a:t>
          </a:r>
          <a:endParaRPr lang="es-MX" dirty="0"/>
        </a:p>
      </dgm:t>
    </dgm:pt>
    <dgm:pt modelId="{09E57962-ABBB-462E-A4CA-55888D8C7BD7}" type="parTrans" cxnId="{F4029A0A-A994-4851-AECA-6D682E9DD8B9}">
      <dgm:prSet/>
      <dgm:spPr/>
      <dgm:t>
        <a:bodyPr/>
        <a:lstStyle/>
        <a:p>
          <a:pPr algn="ctr"/>
          <a:endParaRPr lang="es-MX"/>
        </a:p>
      </dgm:t>
    </dgm:pt>
    <dgm:pt modelId="{49A3D057-5013-4131-BFB8-E3D1F3DABDFB}" type="sibTrans" cxnId="{F4029A0A-A994-4851-AECA-6D682E9DD8B9}">
      <dgm:prSet/>
      <dgm:spPr/>
      <dgm:t>
        <a:bodyPr/>
        <a:lstStyle/>
        <a:p>
          <a:pPr algn="ctr"/>
          <a:endParaRPr lang="es-MX"/>
        </a:p>
      </dgm:t>
    </dgm:pt>
    <dgm:pt modelId="{66B22557-2B8D-4B69-9513-865915E1FAC4}">
      <dgm:prSet/>
      <dgm:spPr/>
      <dgm:t>
        <a:bodyPr/>
        <a:lstStyle/>
        <a:p>
          <a:pPr algn="ctr"/>
          <a:r>
            <a:rPr lang="es-MX" b="1" i="0" dirty="0"/>
            <a:t>Mejora en la Gestión del Transporte Público</a:t>
          </a:r>
          <a:endParaRPr lang="es-MX" dirty="0"/>
        </a:p>
      </dgm:t>
    </dgm:pt>
    <dgm:pt modelId="{9E43A350-F41E-4671-BF65-1270AE96A8F6}" type="parTrans" cxnId="{973B19B4-56A0-42E6-8DC1-2C9E669A1D05}">
      <dgm:prSet/>
      <dgm:spPr/>
      <dgm:t>
        <a:bodyPr/>
        <a:lstStyle/>
        <a:p>
          <a:pPr algn="ctr"/>
          <a:endParaRPr lang="es-MX"/>
        </a:p>
      </dgm:t>
    </dgm:pt>
    <dgm:pt modelId="{919F2715-157D-4A23-9073-B0DD74159ECB}" type="sibTrans" cxnId="{973B19B4-56A0-42E6-8DC1-2C9E669A1D05}">
      <dgm:prSet/>
      <dgm:spPr/>
      <dgm:t>
        <a:bodyPr/>
        <a:lstStyle/>
        <a:p>
          <a:pPr algn="ctr"/>
          <a:endParaRPr lang="es-MX"/>
        </a:p>
      </dgm:t>
    </dgm:pt>
    <dgm:pt modelId="{20A354C0-CBB2-429D-83F8-35D064D7BF40}">
      <dgm:prSet/>
      <dgm:spPr/>
      <dgm:t>
        <a:bodyPr/>
        <a:lstStyle/>
        <a:p>
          <a:pPr algn="ctr"/>
          <a:r>
            <a:rPr lang="es-MX" b="1" i="0" dirty="0"/>
            <a:t>Menor Impacto Ambiental</a:t>
          </a:r>
          <a:endParaRPr lang="es-MX" dirty="0"/>
        </a:p>
      </dgm:t>
    </dgm:pt>
    <dgm:pt modelId="{713AAE2F-6E22-479B-8B4B-7CD24E6AA5C6}" type="parTrans" cxnId="{FA1A032B-687B-4502-8E2C-AA8BA5C7CF42}">
      <dgm:prSet/>
      <dgm:spPr/>
      <dgm:t>
        <a:bodyPr/>
        <a:lstStyle/>
        <a:p>
          <a:pPr algn="ctr"/>
          <a:endParaRPr lang="es-MX"/>
        </a:p>
      </dgm:t>
    </dgm:pt>
    <dgm:pt modelId="{1DB13070-4E00-4217-8BE9-8D41AB4F83D8}" type="sibTrans" cxnId="{FA1A032B-687B-4502-8E2C-AA8BA5C7CF42}">
      <dgm:prSet/>
      <dgm:spPr/>
      <dgm:t>
        <a:bodyPr/>
        <a:lstStyle/>
        <a:p>
          <a:pPr algn="ctr"/>
          <a:endParaRPr lang="es-MX"/>
        </a:p>
      </dgm:t>
    </dgm:pt>
    <dgm:pt modelId="{CE98FD29-BB67-4B68-A81C-A1426BDD7601}">
      <dgm:prSet/>
      <dgm:spPr/>
      <dgm:t>
        <a:bodyPr/>
        <a:lstStyle/>
        <a:p>
          <a:pPr algn="ctr"/>
          <a:r>
            <a:rPr lang="es-MX" b="1" i="0" dirty="0"/>
            <a:t>Acceso a Información y Promociones</a:t>
          </a:r>
          <a:endParaRPr lang="es-MX" dirty="0"/>
        </a:p>
      </dgm:t>
    </dgm:pt>
    <dgm:pt modelId="{97D48AC2-FD46-4655-854C-B7D5A60036FF}" type="parTrans" cxnId="{5911DA05-B535-4B4C-8966-AEE0BEEFF695}">
      <dgm:prSet/>
      <dgm:spPr/>
      <dgm:t>
        <a:bodyPr/>
        <a:lstStyle/>
        <a:p>
          <a:pPr algn="ctr"/>
          <a:endParaRPr lang="es-MX"/>
        </a:p>
      </dgm:t>
    </dgm:pt>
    <dgm:pt modelId="{10B9B276-867A-47D8-A903-0AEBD403CD35}" type="sibTrans" cxnId="{5911DA05-B535-4B4C-8966-AEE0BEEFF695}">
      <dgm:prSet/>
      <dgm:spPr/>
      <dgm:t>
        <a:bodyPr/>
        <a:lstStyle/>
        <a:p>
          <a:pPr algn="ctr"/>
          <a:endParaRPr lang="es-MX"/>
        </a:p>
      </dgm:t>
    </dgm:pt>
    <dgm:pt modelId="{6009B200-92C8-44E9-9206-224561264C1E}" type="pres">
      <dgm:prSet presAssocID="{A18883A3-0D1E-47D8-9E5D-7FA3B712DB9C}" presName="linear" presStyleCnt="0">
        <dgm:presLayoutVars>
          <dgm:animLvl val="lvl"/>
          <dgm:resizeHandles val="exact"/>
        </dgm:presLayoutVars>
      </dgm:prSet>
      <dgm:spPr/>
    </dgm:pt>
    <dgm:pt modelId="{30BC99E3-CFE0-4FD1-BC8E-4CC7299A0717}" type="pres">
      <dgm:prSet presAssocID="{7671B201-859E-4A11-B6C0-80B44E3A28B2}" presName="parentText" presStyleLbl="node1" presStyleIdx="0" presStyleCnt="8">
        <dgm:presLayoutVars>
          <dgm:chMax val="0"/>
          <dgm:bulletEnabled val="1"/>
        </dgm:presLayoutVars>
      </dgm:prSet>
      <dgm:spPr/>
    </dgm:pt>
    <dgm:pt modelId="{16D9EC16-C35F-40E1-8FDF-2B8A74DF49D2}" type="pres">
      <dgm:prSet presAssocID="{FBA37704-2559-4E7E-9621-B71BDE35B288}" presName="spacer" presStyleCnt="0"/>
      <dgm:spPr/>
    </dgm:pt>
    <dgm:pt modelId="{35AFD7BE-F169-4AE0-8BF5-BB1C422037DF}" type="pres">
      <dgm:prSet presAssocID="{F8A11597-D58A-47CD-A882-49AC49872D39}" presName="parentText" presStyleLbl="node1" presStyleIdx="1" presStyleCnt="8">
        <dgm:presLayoutVars>
          <dgm:chMax val="0"/>
          <dgm:bulletEnabled val="1"/>
        </dgm:presLayoutVars>
      </dgm:prSet>
      <dgm:spPr/>
    </dgm:pt>
    <dgm:pt modelId="{0B8858B6-B81E-4095-82E8-1F60AA8575B7}" type="pres">
      <dgm:prSet presAssocID="{A4428296-DEB3-4D71-86ED-D0A3B151008D}" presName="spacer" presStyleCnt="0"/>
      <dgm:spPr/>
    </dgm:pt>
    <dgm:pt modelId="{67E7B2FA-55C8-48D6-B635-EC84AE8411D0}" type="pres">
      <dgm:prSet presAssocID="{16C51454-450A-4D46-9038-FB3074F65429}" presName="parentText" presStyleLbl="node1" presStyleIdx="2" presStyleCnt="8">
        <dgm:presLayoutVars>
          <dgm:chMax val="0"/>
          <dgm:bulletEnabled val="1"/>
        </dgm:presLayoutVars>
      </dgm:prSet>
      <dgm:spPr/>
    </dgm:pt>
    <dgm:pt modelId="{26F9C9CF-5F18-41C3-8383-5CB7F495609F}" type="pres">
      <dgm:prSet presAssocID="{AA5518F9-949C-477E-9239-690179610443}" presName="spacer" presStyleCnt="0"/>
      <dgm:spPr/>
    </dgm:pt>
    <dgm:pt modelId="{672E32BF-D3A3-4874-A8AA-24B5499AABEB}" type="pres">
      <dgm:prSet presAssocID="{15BDB10C-0793-42C5-8FE3-3CE435FBBC05}" presName="parentText" presStyleLbl="node1" presStyleIdx="3" presStyleCnt="8">
        <dgm:presLayoutVars>
          <dgm:chMax val="0"/>
          <dgm:bulletEnabled val="1"/>
        </dgm:presLayoutVars>
      </dgm:prSet>
      <dgm:spPr/>
    </dgm:pt>
    <dgm:pt modelId="{B0D7D514-BE37-4A09-8004-EE6E0CAFABD9}" type="pres">
      <dgm:prSet presAssocID="{B32B2B1C-1BE4-4224-9FCC-97FC4EF0DD2F}" presName="spacer" presStyleCnt="0"/>
      <dgm:spPr/>
    </dgm:pt>
    <dgm:pt modelId="{387EBADD-1D56-4870-B19E-F94108CAF2FA}" type="pres">
      <dgm:prSet presAssocID="{6B2AB41F-C20A-4A69-8E90-8DA48DEDE6DA}" presName="parentText" presStyleLbl="node1" presStyleIdx="4" presStyleCnt="8">
        <dgm:presLayoutVars>
          <dgm:chMax val="0"/>
          <dgm:bulletEnabled val="1"/>
        </dgm:presLayoutVars>
      </dgm:prSet>
      <dgm:spPr/>
    </dgm:pt>
    <dgm:pt modelId="{0E492400-26A5-4FBF-B368-AC48A6EDDBDE}" type="pres">
      <dgm:prSet presAssocID="{49A3D057-5013-4131-BFB8-E3D1F3DABDFB}" presName="spacer" presStyleCnt="0"/>
      <dgm:spPr/>
    </dgm:pt>
    <dgm:pt modelId="{0453960C-39B4-4F4F-A86B-80DE960FA0BA}" type="pres">
      <dgm:prSet presAssocID="{66B22557-2B8D-4B69-9513-865915E1FAC4}" presName="parentText" presStyleLbl="node1" presStyleIdx="5" presStyleCnt="8">
        <dgm:presLayoutVars>
          <dgm:chMax val="0"/>
          <dgm:bulletEnabled val="1"/>
        </dgm:presLayoutVars>
      </dgm:prSet>
      <dgm:spPr/>
    </dgm:pt>
    <dgm:pt modelId="{0CBCEA3B-52CC-40F6-A7BD-DE9D610F5013}" type="pres">
      <dgm:prSet presAssocID="{919F2715-157D-4A23-9073-B0DD74159ECB}" presName="spacer" presStyleCnt="0"/>
      <dgm:spPr/>
    </dgm:pt>
    <dgm:pt modelId="{9A31E2D2-1EC0-466A-A84E-697832BECBED}" type="pres">
      <dgm:prSet presAssocID="{20A354C0-CBB2-429D-83F8-35D064D7BF40}" presName="parentText" presStyleLbl="node1" presStyleIdx="6" presStyleCnt="8">
        <dgm:presLayoutVars>
          <dgm:chMax val="0"/>
          <dgm:bulletEnabled val="1"/>
        </dgm:presLayoutVars>
      </dgm:prSet>
      <dgm:spPr/>
    </dgm:pt>
    <dgm:pt modelId="{6A1F5403-D5C7-4BC9-8715-0B0DD0970461}" type="pres">
      <dgm:prSet presAssocID="{1DB13070-4E00-4217-8BE9-8D41AB4F83D8}" presName="spacer" presStyleCnt="0"/>
      <dgm:spPr/>
    </dgm:pt>
    <dgm:pt modelId="{31224BC7-346C-4245-89F2-EF2A13BAAD19}" type="pres">
      <dgm:prSet presAssocID="{CE98FD29-BB67-4B68-A81C-A1426BDD7601}" presName="parentText" presStyleLbl="node1" presStyleIdx="7" presStyleCnt="8">
        <dgm:presLayoutVars>
          <dgm:chMax val="0"/>
          <dgm:bulletEnabled val="1"/>
        </dgm:presLayoutVars>
      </dgm:prSet>
      <dgm:spPr/>
    </dgm:pt>
  </dgm:ptLst>
  <dgm:cxnLst>
    <dgm:cxn modelId="{F5F4EB04-D945-43C5-8745-3D82F50EF556}" type="presOf" srcId="{7671B201-859E-4A11-B6C0-80B44E3A28B2}" destId="{30BC99E3-CFE0-4FD1-BC8E-4CC7299A0717}" srcOrd="0" destOrd="0" presId="urn:microsoft.com/office/officeart/2005/8/layout/vList2"/>
    <dgm:cxn modelId="{5911DA05-B535-4B4C-8966-AEE0BEEFF695}" srcId="{A18883A3-0D1E-47D8-9E5D-7FA3B712DB9C}" destId="{CE98FD29-BB67-4B68-A81C-A1426BDD7601}" srcOrd="7" destOrd="0" parTransId="{97D48AC2-FD46-4655-854C-B7D5A60036FF}" sibTransId="{10B9B276-867A-47D8-A903-0AEBD403CD35}"/>
    <dgm:cxn modelId="{F4029A0A-A994-4851-AECA-6D682E9DD8B9}" srcId="{A18883A3-0D1E-47D8-9E5D-7FA3B712DB9C}" destId="{6B2AB41F-C20A-4A69-8E90-8DA48DEDE6DA}" srcOrd="4" destOrd="0" parTransId="{09E57962-ABBB-462E-A4CA-55888D8C7BD7}" sibTransId="{49A3D057-5013-4131-BFB8-E3D1F3DABDFB}"/>
    <dgm:cxn modelId="{BBCB3814-F301-4E24-BE32-98A155184B8C}" type="presOf" srcId="{16C51454-450A-4D46-9038-FB3074F65429}" destId="{67E7B2FA-55C8-48D6-B635-EC84AE8411D0}" srcOrd="0" destOrd="0" presId="urn:microsoft.com/office/officeart/2005/8/layout/vList2"/>
    <dgm:cxn modelId="{FA1A032B-687B-4502-8E2C-AA8BA5C7CF42}" srcId="{A18883A3-0D1E-47D8-9E5D-7FA3B712DB9C}" destId="{20A354C0-CBB2-429D-83F8-35D064D7BF40}" srcOrd="6" destOrd="0" parTransId="{713AAE2F-6E22-479B-8B4B-7CD24E6AA5C6}" sibTransId="{1DB13070-4E00-4217-8BE9-8D41AB4F83D8}"/>
    <dgm:cxn modelId="{3713D733-7FC6-4160-B012-9986F590C2D2}" srcId="{A18883A3-0D1E-47D8-9E5D-7FA3B712DB9C}" destId="{15BDB10C-0793-42C5-8FE3-3CE435FBBC05}" srcOrd="3" destOrd="0" parTransId="{A81BAAC4-9A26-4A31-8D4B-9039D25FA507}" sibTransId="{B32B2B1C-1BE4-4224-9FCC-97FC4EF0DD2F}"/>
    <dgm:cxn modelId="{F3FEC935-BE39-4FC4-8875-268FF7728A57}" type="presOf" srcId="{15BDB10C-0793-42C5-8FE3-3CE435FBBC05}" destId="{672E32BF-D3A3-4874-A8AA-24B5499AABEB}" srcOrd="0" destOrd="0" presId="urn:microsoft.com/office/officeart/2005/8/layout/vList2"/>
    <dgm:cxn modelId="{15F30838-D295-4CFB-96BE-842DF4D9F4DB}" type="presOf" srcId="{20A354C0-CBB2-429D-83F8-35D064D7BF40}" destId="{9A31E2D2-1EC0-466A-A84E-697832BECBED}" srcOrd="0" destOrd="0" presId="urn:microsoft.com/office/officeart/2005/8/layout/vList2"/>
    <dgm:cxn modelId="{87E4A361-6DF7-4A82-A3B9-7A129D5B0B8E}" type="presOf" srcId="{6B2AB41F-C20A-4A69-8E90-8DA48DEDE6DA}" destId="{387EBADD-1D56-4870-B19E-F94108CAF2FA}" srcOrd="0" destOrd="0" presId="urn:microsoft.com/office/officeart/2005/8/layout/vList2"/>
    <dgm:cxn modelId="{401CBA57-DC9E-48C9-B4F1-4E93321B2C15}" srcId="{A18883A3-0D1E-47D8-9E5D-7FA3B712DB9C}" destId="{7671B201-859E-4A11-B6C0-80B44E3A28B2}" srcOrd="0" destOrd="0" parTransId="{77E9D8D9-104C-4925-9C54-0E48064F0E84}" sibTransId="{FBA37704-2559-4E7E-9621-B71BDE35B288}"/>
    <dgm:cxn modelId="{5F1D4A84-43F9-4441-ABE3-72FCE134E6AE}" type="presOf" srcId="{CE98FD29-BB67-4B68-A81C-A1426BDD7601}" destId="{31224BC7-346C-4245-89F2-EF2A13BAAD19}" srcOrd="0" destOrd="0" presId="urn:microsoft.com/office/officeart/2005/8/layout/vList2"/>
    <dgm:cxn modelId="{AE6EB894-C0DD-4BB5-90B9-50948D6D5D23}" srcId="{A18883A3-0D1E-47D8-9E5D-7FA3B712DB9C}" destId="{F8A11597-D58A-47CD-A882-49AC49872D39}" srcOrd="1" destOrd="0" parTransId="{A84AA7E2-9B25-4E63-B55D-7C0DBB6D5C0A}" sibTransId="{A4428296-DEB3-4D71-86ED-D0A3B151008D}"/>
    <dgm:cxn modelId="{2776B098-5114-49BA-AB21-02CEBCB8B534}" srcId="{A18883A3-0D1E-47D8-9E5D-7FA3B712DB9C}" destId="{16C51454-450A-4D46-9038-FB3074F65429}" srcOrd="2" destOrd="0" parTransId="{2CD58B6F-A656-46DE-878A-81DE7799C2E8}" sibTransId="{AA5518F9-949C-477E-9239-690179610443}"/>
    <dgm:cxn modelId="{FC4A3A9B-89A0-4DD1-B281-2F3A0BD60235}" type="presOf" srcId="{A18883A3-0D1E-47D8-9E5D-7FA3B712DB9C}" destId="{6009B200-92C8-44E9-9206-224561264C1E}" srcOrd="0" destOrd="0" presId="urn:microsoft.com/office/officeart/2005/8/layout/vList2"/>
    <dgm:cxn modelId="{973B19B4-56A0-42E6-8DC1-2C9E669A1D05}" srcId="{A18883A3-0D1E-47D8-9E5D-7FA3B712DB9C}" destId="{66B22557-2B8D-4B69-9513-865915E1FAC4}" srcOrd="5" destOrd="0" parTransId="{9E43A350-F41E-4671-BF65-1270AE96A8F6}" sibTransId="{919F2715-157D-4A23-9073-B0DD74159ECB}"/>
    <dgm:cxn modelId="{288961D5-6EF4-42D3-9958-45C53756F083}" type="presOf" srcId="{66B22557-2B8D-4B69-9513-865915E1FAC4}" destId="{0453960C-39B4-4F4F-A86B-80DE960FA0BA}" srcOrd="0" destOrd="0" presId="urn:microsoft.com/office/officeart/2005/8/layout/vList2"/>
    <dgm:cxn modelId="{70D1F5F9-FCD8-45B3-8F0B-237D3248922E}" type="presOf" srcId="{F8A11597-D58A-47CD-A882-49AC49872D39}" destId="{35AFD7BE-F169-4AE0-8BF5-BB1C422037DF}" srcOrd="0" destOrd="0" presId="urn:microsoft.com/office/officeart/2005/8/layout/vList2"/>
    <dgm:cxn modelId="{29259B03-D7D8-43EE-8261-0386F341A032}" type="presParOf" srcId="{6009B200-92C8-44E9-9206-224561264C1E}" destId="{30BC99E3-CFE0-4FD1-BC8E-4CC7299A0717}" srcOrd="0" destOrd="0" presId="urn:microsoft.com/office/officeart/2005/8/layout/vList2"/>
    <dgm:cxn modelId="{6B04E0B6-4556-4B97-8C61-1B0876E849AD}" type="presParOf" srcId="{6009B200-92C8-44E9-9206-224561264C1E}" destId="{16D9EC16-C35F-40E1-8FDF-2B8A74DF49D2}" srcOrd="1" destOrd="0" presId="urn:microsoft.com/office/officeart/2005/8/layout/vList2"/>
    <dgm:cxn modelId="{ED2B07BF-6838-46AE-86C1-C13BA8757BF0}" type="presParOf" srcId="{6009B200-92C8-44E9-9206-224561264C1E}" destId="{35AFD7BE-F169-4AE0-8BF5-BB1C422037DF}" srcOrd="2" destOrd="0" presId="urn:microsoft.com/office/officeart/2005/8/layout/vList2"/>
    <dgm:cxn modelId="{B93FDFD9-D524-49CD-901D-39105050BBB6}" type="presParOf" srcId="{6009B200-92C8-44E9-9206-224561264C1E}" destId="{0B8858B6-B81E-4095-82E8-1F60AA8575B7}" srcOrd="3" destOrd="0" presId="urn:microsoft.com/office/officeart/2005/8/layout/vList2"/>
    <dgm:cxn modelId="{3B2CE936-A63E-4057-B04B-65EEA11E4235}" type="presParOf" srcId="{6009B200-92C8-44E9-9206-224561264C1E}" destId="{67E7B2FA-55C8-48D6-B635-EC84AE8411D0}" srcOrd="4" destOrd="0" presId="urn:microsoft.com/office/officeart/2005/8/layout/vList2"/>
    <dgm:cxn modelId="{9B7B0187-FF3B-436D-B9D3-20746642BE4D}" type="presParOf" srcId="{6009B200-92C8-44E9-9206-224561264C1E}" destId="{26F9C9CF-5F18-41C3-8383-5CB7F495609F}" srcOrd="5" destOrd="0" presId="urn:microsoft.com/office/officeart/2005/8/layout/vList2"/>
    <dgm:cxn modelId="{AB836910-F8AE-49AA-8345-173D3E6C0F8A}" type="presParOf" srcId="{6009B200-92C8-44E9-9206-224561264C1E}" destId="{672E32BF-D3A3-4874-A8AA-24B5499AABEB}" srcOrd="6" destOrd="0" presId="urn:microsoft.com/office/officeart/2005/8/layout/vList2"/>
    <dgm:cxn modelId="{82DDA213-2D57-4443-B6B4-D64B2701FFBC}" type="presParOf" srcId="{6009B200-92C8-44E9-9206-224561264C1E}" destId="{B0D7D514-BE37-4A09-8004-EE6E0CAFABD9}" srcOrd="7" destOrd="0" presId="urn:microsoft.com/office/officeart/2005/8/layout/vList2"/>
    <dgm:cxn modelId="{0765B075-C448-4766-A74C-DC8E559557D9}" type="presParOf" srcId="{6009B200-92C8-44E9-9206-224561264C1E}" destId="{387EBADD-1D56-4870-B19E-F94108CAF2FA}" srcOrd="8" destOrd="0" presId="urn:microsoft.com/office/officeart/2005/8/layout/vList2"/>
    <dgm:cxn modelId="{9A214A54-C969-4DC8-A815-58437E20BF08}" type="presParOf" srcId="{6009B200-92C8-44E9-9206-224561264C1E}" destId="{0E492400-26A5-4FBF-B368-AC48A6EDDBDE}" srcOrd="9" destOrd="0" presId="urn:microsoft.com/office/officeart/2005/8/layout/vList2"/>
    <dgm:cxn modelId="{E25120A4-E36C-4445-90BD-8F8F48E4C624}" type="presParOf" srcId="{6009B200-92C8-44E9-9206-224561264C1E}" destId="{0453960C-39B4-4F4F-A86B-80DE960FA0BA}" srcOrd="10" destOrd="0" presId="urn:microsoft.com/office/officeart/2005/8/layout/vList2"/>
    <dgm:cxn modelId="{CB50C37B-2BE6-400E-9A6E-FC2A83F12A15}" type="presParOf" srcId="{6009B200-92C8-44E9-9206-224561264C1E}" destId="{0CBCEA3B-52CC-40F6-A7BD-DE9D610F5013}" srcOrd="11" destOrd="0" presId="urn:microsoft.com/office/officeart/2005/8/layout/vList2"/>
    <dgm:cxn modelId="{F7EE8E24-E26B-4B3F-9EC5-E08CCEBBECEB}" type="presParOf" srcId="{6009B200-92C8-44E9-9206-224561264C1E}" destId="{9A31E2D2-1EC0-466A-A84E-697832BECBED}" srcOrd="12" destOrd="0" presId="urn:microsoft.com/office/officeart/2005/8/layout/vList2"/>
    <dgm:cxn modelId="{E233BCF5-8769-43B4-BBB7-A674A98D3277}" type="presParOf" srcId="{6009B200-92C8-44E9-9206-224561264C1E}" destId="{6A1F5403-D5C7-4BC9-8715-0B0DD0970461}" srcOrd="13" destOrd="0" presId="urn:microsoft.com/office/officeart/2005/8/layout/vList2"/>
    <dgm:cxn modelId="{4DA9D47B-6CBC-4DDE-9BE5-FA5DA368694C}" type="presParOf" srcId="{6009B200-92C8-44E9-9206-224561264C1E}" destId="{31224BC7-346C-4245-89F2-EF2A13BAAD19}"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397BD64-3C4A-487B-93B7-608ED73EDD76}"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s-MX"/>
        </a:p>
      </dgm:t>
    </dgm:pt>
    <dgm:pt modelId="{CDAA39C2-41BC-484C-81B0-BB0D25AB7013}">
      <dgm:prSet phldrT="[Texto]"/>
      <dgm:spPr/>
      <dgm:t>
        <a:bodyPr/>
        <a:lstStyle/>
        <a:p>
          <a:r>
            <a:rPr lang="es-MX" b="1" i="0" dirty="0"/>
            <a:t>Project Management Professional (PMP)</a:t>
          </a:r>
          <a:endParaRPr lang="es-MX" dirty="0"/>
        </a:p>
      </dgm:t>
    </dgm:pt>
    <dgm:pt modelId="{032334E7-DB1A-4C0D-80C4-C12B42DB1122}" type="parTrans" cxnId="{3816123E-6A71-4817-9555-1B926D63E1D0}">
      <dgm:prSet/>
      <dgm:spPr/>
      <dgm:t>
        <a:bodyPr/>
        <a:lstStyle/>
        <a:p>
          <a:endParaRPr lang="es-MX"/>
        </a:p>
      </dgm:t>
    </dgm:pt>
    <dgm:pt modelId="{3BC61962-21E6-48C1-91C4-08F715D30BEE}" type="sibTrans" cxnId="{3816123E-6A71-4817-9555-1B926D63E1D0}">
      <dgm:prSet/>
      <dgm:spPr/>
      <dgm:t>
        <a:bodyPr/>
        <a:lstStyle/>
        <a:p>
          <a:endParaRPr lang="es-MX"/>
        </a:p>
      </dgm:t>
    </dgm:pt>
    <dgm:pt modelId="{FED7765E-7489-4CAF-9468-33F52FEE880D}">
      <dgm:prSet phldrT="[Texto]" phldr="1"/>
      <dgm:spPr/>
      <dgm:t>
        <a:bodyPr/>
        <a:lstStyle/>
        <a:p>
          <a:endParaRPr lang="es-MX" dirty="0"/>
        </a:p>
      </dgm:t>
    </dgm:pt>
    <dgm:pt modelId="{A95FF86B-AE4F-494D-B47D-D0DB798B4EC3}" type="parTrans" cxnId="{A8BD24D0-BE3B-4A40-9F4E-A779838A5E19}">
      <dgm:prSet/>
      <dgm:spPr/>
      <dgm:t>
        <a:bodyPr/>
        <a:lstStyle/>
        <a:p>
          <a:endParaRPr lang="es-MX"/>
        </a:p>
      </dgm:t>
    </dgm:pt>
    <dgm:pt modelId="{1A7C7E49-84C7-475C-BB5B-4B646565FAA6}" type="sibTrans" cxnId="{A8BD24D0-BE3B-4A40-9F4E-A779838A5E19}">
      <dgm:prSet/>
      <dgm:spPr/>
      <dgm:t>
        <a:bodyPr/>
        <a:lstStyle/>
        <a:p>
          <a:endParaRPr lang="es-MX"/>
        </a:p>
      </dgm:t>
    </dgm:pt>
    <dgm:pt modelId="{9EB17334-6527-4007-A4EC-1A12BA961A97}">
      <dgm:prSet phldrT="[Texto]"/>
      <dgm:spPr/>
      <dgm:t>
        <a:bodyPr/>
        <a:lstStyle/>
        <a:p>
          <a:r>
            <a:rPr lang="en-US" b="1" i="0" dirty="0"/>
            <a:t>Certified Associate in Project Management (CAPM)</a:t>
          </a:r>
          <a:endParaRPr lang="es-MX" dirty="0"/>
        </a:p>
      </dgm:t>
    </dgm:pt>
    <dgm:pt modelId="{DE823668-C470-47CE-B98E-DD4FE8CBC391}" type="parTrans" cxnId="{2E2252B7-917F-4143-99EE-2D9E47D404BB}">
      <dgm:prSet/>
      <dgm:spPr/>
      <dgm:t>
        <a:bodyPr/>
        <a:lstStyle/>
        <a:p>
          <a:endParaRPr lang="es-MX"/>
        </a:p>
      </dgm:t>
    </dgm:pt>
    <dgm:pt modelId="{CCD25EFF-F3ED-426D-BF8A-83A070F24936}" type="sibTrans" cxnId="{2E2252B7-917F-4143-99EE-2D9E47D404BB}">
      <dgm:prSet/>
      <dgm:spPr/>
      <dgm:t>
        <a:bodyPr/>
        <a:lstStyle/>
        <a:p>
          <a:endParaRPr lang="es-MX"/>
        </a:p>
      </dgm:t>
    </dgm:pt>
    <dgm:pt modelId="{9FE91192-6386-4AB0-9ECA-28CEFE033B88}">
      <dgm:prSet phldrT="[Texto]" phldr="1"/>
      <dgm:spPr/>
      <dgm:t>
        <a:bodyPr/>
        <a:lstStyle/>
        <a:p>
          <a:endParaRPr lang="es-MX" dirty="0"/>
        </a:p>
      </dgm:t>
    </dgm:pt>
    <dgm:pt modelId="{79FFE4E1-EEFB-4334-A810-57CE95EB6CE9}" type="parTrans" cxnId="{73669DD0-5E90-4CF5-BE95-3A0EF5574055}">
      <dgm:prSet/>
      <dgm:spPr/>
      <dgm:t>
        <a:bodyPr/>
        <a:lstStyle/>
        <a:p>
          <a:endParaRPr lang="es-MX"/>
        </a:p>
      </dgm:t>
    </dgm:pt>
    <dgm:pt modelId="{92C75A9D-B945-421E-82B2-8374931620E2}" type="sibTrans" cxnId="{73669DD0-5E90-4CF5-BE95-3A0EF5574055}">
      <dgm:prSet/>
      <dgm:spPr/>
      <dgm:t>
        <a:bodyPr/>
        <a:lstStyle/>
        <a:p>
          <a:endParaRPr lang="es-MX"/>
        </a:p>
      </dgm:t>
    </dgm:pt>
    <dgm:pt modelId="{A8A47D5C-18EA-4007-B539-0C44EBEA5C53}">
      <dgm:prSet phldrT="[Texto]"/>
      <dgm:spPr/>
      <dgm:t>
        <a:bodyPr/>
        <a:lstStyle/>
        <a:p>
          <a:endParaRPr lang="es-MX" dirty="0"/>
        </a:p>
      </dgm:t>
    </dgm:pt>
    <dgm:pt modelId="{F9381444-0969-47F3-88F5-122704ECEB16}" type="parTrans" cxnId="{639EC04A-88AE-4B7B-A04D-C3890B967969}">
      <dgm:prSet/>
      <dgm:spPr/>
      <dgm:t>
        <a:bodyPr/>
        <a:lstStyle/>
        <a:p>
          <a:endParaRPr lang="es-MX"/>
        </a:p>
      </dgm:t>
    </dgm:pt>
    <dgm:pt modelId="{61834173-69DC-410E-BD9D-472169545862}" type="sibTrans" cxnId="{639EC04A-88AE-4B7B-A04D-C3890B967969}">
      <dgm:prSet/>
      <dgm:spPr/>
      <dgm:t>
        <a:bodyPr/>
        <a:lstStyle/>
        <a:p>
          <a:endParaRPr lang="es-MX"/>
        </a:p>
      </dgm:t>
    </dgm:pt>
    <dgm:pt modelId="{694D8C1D-917E-4B42-8033-FB81A2ADC3D9}">
      <dgm:prSet/>
      <dgm:spPr/>
      <dgm:t>
        <a:bodyPr/>
        <a:lstStyle/>
        <a:p>
          <a:r>
            <a:rPr lang="es-MX" b="1" i="0"/>
            <a:t>Program Management Professional (PgMP)</a:t>
          </a:r>
          <a:endParaRPr lang="es-MX"/>
        </a:p>
      </dgm:t>
    </dgm:pt>
    <dgm:pt modelId="{BC1308A8-4F84-4DEB-91D6-FA789F8A3E77}" type="parTrans" cxnId="{5C4649C1-4A97-4AC2-88C7-C360E9870E9E}">
      <dgm:prSet/>
      <dgm:spPr/>
      <dgm:t>
        <a:bodyPr/>
        <a:lstStyle/>
        <a:p>
          <a:endParaRPr lang="es-MX"/>
        </a:p>
      </dgm:t>
    </dgm:pt>
    <dgm:pt modelId="{71EC75AB-C294-4AB8-A0D0-C55FBCD35BD3}" type="sibTrans" cxnId="{5C4649C1-4A97-4AC2-88C7-C360E9870E9E}">
      <dgm:prSet/>
      <dgm:spPr/>
      <dgm:t>
        <a:bodyPr/>
        <a:lstStyle/>
        <a:p>
          <a:endParaRPr lang="es-MX"/>
        </a:p>
      </dgm:t>
    </dgm:pt>
    <dgm:pt modelId="{5F765328-C329-4B58-A5EE-DAE853187E49}">
      <dgm:prSet/>
      <dgm:spPr/>
      <dgm:t>
        <a:bodyPr/>
        <a:lstStyle/>
        <a:p>
          <a:endParaRPr lang="es-MX" dirty="0"/>
        </a:p>
      </dgm:t>
    </dgm:pt>
    <dgm:pt modelId="{8873F639-7BF3-4CE8-982B-B82A17C2DB35}" type="parTrans" cxnId="{8B04BE89-1EEB-4676-BB6C-1E7E7E30784F}">
      <dgm:prSet/>
      <dgm:spPr/>
      <dgm:t>
        <a:bodyPr/>
        <a:lstStyle/>
        <a:p>
          <a:endParaRPr lang="es-MX"/>
        </a:p>
      </dgm:t>
    </dgm:pt>
    <dgm:pt modelId="{E3CE9F18-711E-4E70-9A9E-82E3728699E7}" type="sibTrans" cxnId="{8B04BE89-1EEB-4676-BB6C-1E7E7E30784F}">
      <dgm:prSet/>
      <dgm:spPr/>
      <dgm:t>
        <a:bodyPr/>
        <a:lstStyle/>
        <a:p>
          <a:endParaRPr lang="es-MX"/>
        </a:p>
      </dgm:t>
    </dgm:pt>
    <dgm:pt modelId="{E3A9B366-C8A5-4236-A6C3-06A524B9D242}">
      <dgm:prSet/>
      <dgm:spPr/>
      <dgm:t>
        <a:bodyPr/>
        <a:lstStyle/>
        <a:p>
          <a:r>
            <a:rPr lang="es-MX" b="1" i="0"/>
            <a:t>Portfolio Management Professional (PfMP)</a:t>
          </a:r>
          <a:endParaRPr lang="es-MX"/>
        </a:p>
      </dgm:t>
    </dgm:pt>
    <dgm:pt modelId="{D7402390-5D35-4556-8DCD-9C8BB1584A3B}" type="parTrans" cxnId="{5F0DD023-8638-4069-9CE2-878BB646C50D}">
      <dgm:prSet/>
      <dgm:spPr/>
      <dgm:t>
        <a:bodyPr/>
        <a:lstStyle/>
        <a:p>
          <a:endParaRPr lang="es-MX"/>
        </a:p>
      </dgm:t>
    </dgm:pt>
    <dgm:pt modelId="{D8E058B1-AEE4-43B3-BF6D-D254BF78D40F}" type="sibTrans" cxnId="{5F0DD023-8638-4069-9CE2-878BB646C50D}">
      <dgm:prSet/>
      <dgm:spPr/>
      <dgm:t>
        <a:bodyPr/>
        <a:lstStyle/>
        <a:p>
          <a:endParaRPr lang="es-MX"/>
        </a:p>
      </dgm:t>
    </dgm:pt>
    <dgm:pt modelId="{E9DF356B-6570-4768-A521-634A1E0A1D07}">
      <dgm:prSet/>
      <dgm:spPr/>
      <dgm:t>
        <a:bodyPr/>
        <a:lstStyle/>
        <a:p>
          <a:endParaRPr lang="es-MX" dirty="0"/>
        </a:p>
      </dgm:t>
    </dgm:pt>
    <dgm:pt modelId="{95A9E380-A9F3-4C97-B718-7C8A2495B6D9}" type="parTrans" cxnId="{3B54D8F7-79A5-414D-9C54-150871FFF2E3}">
      <dgm:prSet/>
      <dgm:spPr/>
      <dgm:t>
        <a:bodyPr/>
        <a:lstStyle/>
        <a:p>
          <a:endParaRPr lang="es-MX"/>
        </a:p>
      </dgm:t>
    </dgm:pt>
    <dgm:pt modelId="{57DF1ACB-A016-4C72-9902-4FC291AFB2ED}" type="sibTrans" cxnId="{3B54D8F7-79A5-414D-9C54-150871FFF2E3}">
      <dgm:prSet/>
      <dgm:spPr/>
      <dgm:t>
        <a:bodyPr/>
        <a:lstStyle/>
        <a:p>
          <a:endParaRPr lang="es-MX"/>
        </a:p>
      </dgm:t>
    </dgm:pt>
    <dgm:pt modelId="{4AC45B6D-F19D-4AF3-A501-5F89F579B23C}">
      <dgm:prSet phldrT="[Texto]" phldr="1"/>
      <dgm:spPr/>
      <dgm:t>
        <a:bodyPr/>
        <a:lstStyle/>
        <a:p>
          <a:endParaRPr lang="es-MX" dirty="0"/>
        </a:p>
      </dgm:t>
    </dgm:pt>
    <dgm:pt modelId="{1434DAF2-8BBB-4308-8E1D-406A8FF180F0}" type="sibTrans" cxnId="{21D13E8D-33FE-40B6-B1BC-B348DCD6F432}">
      <dgm:prSet/>
      <dgm:spPr/>
      <dgm:t>
        <a:bodyPr/>
        <a:lstStyle/>
        <a:p>
          <a:endParaRPr lang="es-MX"/>
        </a:p>
      </dgm:t>
    </dgm:pt>
    <dgm:pt modelId="{B445850C-6C0B-4855-85DF-47C54105D815}" type="parTrans" cxnId="{21D13E8D-33FE-40B6-B1BC-B348DCD6F432}">
      <dgm:prSet/>
      <dgm:spPr/>
      <dgm:t>
        <a:bodyPr/>
        <a:lstStyle/>
        <a:p>
          <a:endParaRPr lang="es-MX"/>
        </a:p>
      </dgm:t>
    </dgm:pt>
    <dgm:pt modelId="{EC9FEAC7-4B33-4480-8FF8-DFC6B720E082}">
      <dgm:prSet/>
      <dgm:spPr/>
      <dgm:t>
        <a:bodyPr/>
        <a:lstStyle/>
        <a:p>
          <a:r>
            <a:rPr lang="es-MX" b="1" i="0"/>
            <a:t>PMI Agile Certified Practitioner (PMI-ACP)</a:t>
          </a:r>
          <a:endParaRPr lang="es-MX"/>
        </a:p>
      </dgm:t>
    </dgm:pt>
    <dgm:pt modelId="{8D37312E-77EB-42A1-A437-53CAF4C73873}" type="parTrans" cxnId="{4045A2CB-5201-4ABE-AE6C-5C73A8BC63A0}">
      <dgm:prSet/>
      <dgm:spPr/>
      <dgm:t>
        <a:bodyPr/>
        <a:lstStyle/>
        <a:p>
          <a:endParaRPr lang="es-MX"/>
        </a:p>
      </dgm:t>
    </dgm:pt>
    <dgm:pt modelId="{0E035C9C-8A22-47E4-AF5A-82BB934C7507}" type="sibTrans" cxnId="{4045A2CB-5201-4ABE-AE6C-5C73A8BC63A0}">
      <dgm:prSet/>
      <dgm:spPr/>
      <dgm:t>
        <a:bodyPr/>
        <a:lstStyle/>
        <a:p>
          <a:endParaRPr lang="es-MX"/>
        </a:p>
      </dgm:t>
    </dgm:pt>
    <dgm:pt modelId="{CFB7E5E2-FDEA-48F0-A6D4-7FA4690AFE8C}">
      <dgm:prSet/>
      <dgm:spPr/>
      <dgm:t>
        <a:bodyPr/>
        <a:lstStyle/>
        <a:p>
          <a:endParaRPr lang="es-MX" dirty="0"/>
        </a:p>
      </dgm:t>
    </dgm:pt>
    <dgm:pt modelId="{9B16D88C-4175-44E6-947A-B5AE41E7933D}" type="parTrans" cxnId="{971C0F97-C77E-4DD7-8A25-63D131ACA0C8}">
      <dgm:prSet/>
      <dgm:spPr/>
      <dgm:t>
        <a:bodyPr/>
        <a:lstStyle/>
        <a:p>
          <a:endParaRPr lang="es-MX"/>
        </a:p>
      </dgm:t>
    </dgm:pt>
    <dgm:pt modelId="{20CFECA1-71D5-48A4-8C4B-467EB9B98D12}" type="sibTrans" cxnId="{971C0F97-C77E-4DD7-8A25-63D131ACA0C8}">
      <dgm:prSet/>
      <dgm:spPr/>
      <dgm:t>
        <a:bodyPr/>
        <a:lstStyle/>
        <a:p>
          <a:endParaRPr lang="es-MX"/>
        </a:p>
      </dgm:t>
    </dgm:pt>
    <dgm:pt modelId="{21968869-E323-4718-92FE-E4206941021F}">
      <dgm:prSet/>
      <dgm:spPr/>
      <dgm:t>
        <a:bodyPr/>
        <a:lstStyle/>
        <a:p>
          <a:r>
            <a:rPr lang="en-US" b="1" i="0"/>
            <a:t>PMI Professional in Business Analysis (PMI-PBA)</a:t>
          </a:r>
          <a:endParaRPr lang="es-MX"/>
        </a:p>
      </dgm:t>
    </dgm:pt>
    <dgm:pt modelId="{6CB3F50E-DAC4-4328-A1E6-C82CEED358B1}" type="parTrans" cxnId="{0BC4C3E0-7133-4674-9E4B-D92E9D264203}">
      <dgm:prSet/>
      <dgm:spPr/>
      <dgm:t>
        <a:bodyPr/>
        <a:lstStyle/>
        <a:p>
          <a:endParaRPr lang="es-MX"/>
        </a:p>
      </dgm:t>
    </dgm:pt>
    <dgm:pt modelId="{136F3BF1-B9FC-47D3-9499-BB4A9E81470D}" type="sibTrans" cxnId="{0BC4C3E0-7133-4674-9E4B-D92E9D264203}">
      <dgm:prSet/>
      <dgm:spPr/>
      <dgm:t>
        <a:bodyPr/>
        <a:lstStyle/>
        <a:p>
          <a:endParaRPr lang="es-MX"/>
        </a:p>
      </dgm:t>
    </dgm:pt>
    <dgm:pt modelId="{D09E05F3-FEF6-484D-BF21-7786D3BB7276}">
      <dgm:prSet/>
      <dgm:spPr/>
      <dgm:t>
        <a:bodyPr/>
        <a:lstStyle/>
        <a:p>
          <a:r>
            <a:rPr lang="es-MX" b="1" i="0"/>
            <a:t>PMI Scheduling Professional (PMI-SP)</a:t>
          </a:r>
          <a:endParaRPr lang="es-MX"/>
        </a:p>
      </dgm:t>
    </dgm:pt>
    <dgm:pt modelId="{02648B20-E9E3-4839-8FEB-F1BB45CD5AB8}" type="parTrans" cxnId="{A5879D2C-2030-49CC-AA2B-8804E4D3FC89}">
      <dgm:prSet/>
      <dgm:spPr/>
      <dgm:t>
        <a:bodyPr/>
        <a:lstStyle/>
        <a:p>
          <a:endParaRPr lang="es-MX"/>
        </a:p>
      </dgm:t>
    </dgm:pt>
    <dgm:pt modelId="{159092D5-6DAD-4302-BC6B-2D63E9559119}" type="sibTrans" cxnId="{A5879D2C-2030-49CC-AA2B-8804E4D3FC89}">
      <dgm:prSet/>
      <dgm:spPr/>
      <dgm:t>
        <a:bodyPr/>
        <a:lstStyle/>
        <a:p>
          <a:endParaRPr lang="es-MX"/>
        </a:p>
      </dgm:t>
    </dgm:pt>
    <dgm:pt modelId="{E87BCD4F-8285-4368-B11C-B202A3E5B9B4}" type="pres">
      <dgm:prSet presAssocID="{E397BD64-3C4A-487B-93B7-608ED73EDD76}" presName="linearFlow" presStyleCnt="0">
        <dgm:presLayoutVars>
          <dgm:dir/>
          <dgm:animLvl val="lvl"/>
          <dgm:resizeHandles val="exact"/>
        </dgm:presLayoutVars>
      </dgm:prSet>
      <dgm:spPr/>
    </dgm:pt>
    <dgm:pt modelId="{671359D1-7274-448C-9FB0-7CB68FE4A463}" type="pres">
      <dgm:prSet presAssocID="{4AC45B6D-F19D-4AF3-A501-5F89F579B23C}" presName="composite" presStyleCnt="0"/>
      <dgm:spPr/>
    </dgm:pt>
    <dgm:pt modelId="{681B7D2B-3BD2-4693-B4B2-6F55DC62F3E6}" type="pres">
      <dgm:prSet presAssocID="{4AC45B6D-F19D-4AF3-A501-5F89F579B23C}" presName="parentText" presStyleLbl="alignNode1" presStyleIdx="0" presStyleCnt="7">
        <dgm:presLayoutVars>
          <dgm:chMax val="1"/>
          <dgm:bulletEnabled val="1"/>
        </dgm:presLayoutVars>
      </dgm:prSet>
      <dgm:spPr/>
    </dgm:pt>
    <dgm:pt modelId="{93FCD278-2351-463F-8243-4EC4F0B78D46}" type="pres">
      <dgm:prSet presAssocID="{4AC45B6D-F19D-4AF3-A501-5F89F579B23C}" presName="descendantText" presStyleLbl="alignAcc1" presStyleIdx="0" presStyleCnt="7">
        <dgm:presLayoutVars>
          <dgm:bulletEnabled val="1"/>
        </dgm:presLayoutVars>
      </dgm:prSet>
      <dgm:spPr/>
    </dgm:pt>
    <dgm:pt modelId="{A1BBED1A-6FA6-48EE-87E7-1177D26302B6}" type="pres">
      <dgm:prSet presAssocID="{1434DAF2-8BBB-4308-8E1D-406A8FF180F0}" presName="sp" presStyleCnt="0"/>
      <dgm:spPr/>
    </dgm:pt>
    <dgm:pt modelId="{D9A647B3-2840-4788-9EA5-E2F0F912854E}" type="pres">
      <dgm:prSet presAssocID="{FED7765E-7489-4CAF-9468-33F52FEE880D}" presName="composite" presStyleCnt="0"/>
      <dgm:spPr/>
    </dgm:pt>
    <dgm:pt modelId="{07ECB93B-309F-404B-80EB-E842FC25E202}" type="pres">
      <dgm:prSet presAssocID="{FED7765E-7489-4CAF-9468-33F52FEE880D}" presName="parentText" presStyleLbl="alignNode1" presStyleIdx="1" presStyleCnt="7">
        <dgm:presLayoutVars>
          <dgm:chMax val="1"/>
          <dgm:bulletEnabled val="1"/>
        </dgm:presLayoutVars>
      </dgm:prSet>
      <dgm:spPr/>
    </dgm:pt>
    <dgm:pt modelId="{179B49C4-A742-44AD-9452-672852B7B9D6}" type="pres">
      <dgm:prSet presAssocID="{FED7765E-7489-4CAF-9468-33F52FEE880D}" presName="descendantText" presStyleLbl="alignAcc1" presStyleIdx="1" presStyleCnt="7">
        <dgm:presLayoutVars>
          <dgm:bulletEnabled val="1"/>
        </dgm:presLayoutVars>
      </dgm:prSet>
      <dgm:spPr/>
    </dgm:pt>
    <dgm:pt modelId="{B1BCEF77-0866-484D-975A-28803B7CDF03}" type="pres">
      <dgm:prSet presAssocID="{1A7C7E49-84C7-475C-BB5B-4B646565FAA6}" presName="sp" presStyleCnt="0"/>
      <dgm:spPr/>
    </dgm:pt>
    <dgm:pt modelId="{5AD488A1-7852-4DE4-B6CD-81E51178A54A}" type="pres">
      <dgm:prSet presAssocID="{9FE91192-6386-4AB0-9ECA-28CEFE033B88}" presName="composite" presStyleCnt="0"/>
      <dgm:spPr/>
    </dgm:pt>
    <dgm:pt modelId="{03E86F5E-FE75-4D35-9666-9F43962F4468}" type="pres">
      <dgm:prSet presAssocID="{9FE91192-6386-4AB0-9ECA-28CEFE033B88}" presName="parentText" presStyleLbl="alignNode1" presStyleIdx="2" presStyleCnt="7">
        <dgm:presLayoutVars>
          <dgm:chMax val="1"/>
          <dgm:bulletEnabled val="1"/>
        </dgm:presLayoutVars>
      </dgm:prSet>
      <dgm:spPr/>
    </dgm:pt>
    <dgm:pt modelId="{2E3E7CA4-524D-4DC6-9012-C9A7999F562A}" type="pres">
      <dgm:prSet presAssocID="{9FE91192-6386-4AB0-9ECA-28CEFE033B88}" presName="descendantText" presStyleLbl="alignAcc1" presStyleIdx="2" presStyleCnt="7">
        <dgm:presLayoutVars>
          <dgm:bulletEnabled val="1"/>
        </dgm:presLayoutVars>
      </dgm:prSet>
      <dgm:spPr/>
    </dgm:pt>
    <dgm:pt modelId="{24B5050F-7CE5-4AAE-8C49-9BC94521C355}" type="pres">
      <dgm:prSet presAssocID="{92C75A9D-B945-421E-82B2-8374931620E2}" presName="sp" presStyleCnt="0"/>
      <dgm:spPr/>
    </dgm:pt>
    <dgm:pt modelId="{89A61C01-C0AF-450A-B8DD-635172083539}" type="pres">
      <dgm:prSet presAssocID="{A8A47D5C-18EA-4007-B539-0C44EBEA5C53}" presName="composite" presStyleCnt="0"/>
      <dgm:spPr/>
    </dgm:pt>
    <dgm:pt modelId="{ABEEF5A3-D2A1-41AE-B46A-AC5002BA839F}" type="pres">
      <dgm:prSet presAssocID="{A8A47D5C-18EA-4007-B539-0C44EBEA5C53}" presName="parentText" presStyleLbl="alignNode1" presStyleIdx="3" presStyleCnt="7">
        <dgm:presLayoutVars>
          <dgm:chMax val="1"/>
          <dgm:bulletEnabled val="1"/>
        </dgm:presLayoutVars>
      </dgm:prSet>
      <dgm:spPr/>
    </dgm:pt>
    <dgm:pt modelId="{5AAC4719-DE79-4003-9ED9-E24B213CBA3F}" type="pres">
      <dgm:prSet presAssocID="{A8A47D5C-18EA-4007-B539-0C44EBEA5C53}" presName="descendantText" presStyleLbl="alignAcc1" presStyleIdx="3" presStyleCnt="7">
        <dgm:presLayoutVars>
          <dgm:bulletEnabled val="1"/>
        </dgm:presLayoutVars>
      </dgm:prSet>
      <dgm:spPr/>
    </dgm:pt>
    <dgm:pt modelId="{229D79ED-820E-487F-A7B7-222522CF891C}" type="pres">
      <dgm:prSet presAssocID="{61834173-69DC-410E-BD9D-472169545862}" presName="sp" presStyleCnt="0"/>
      <dgm:spPr/>
    </dgm:pt>
    <dgm:pt modelId="{2CC5D1EA-0E1F-4503-8287-5CA582A6BB9D}" type="pres">
      <dgm:prSet presAssocID="{5F765328-C329-4B58-A5EE-DAE853187E49}" presName="composite" presStyleCnt="0"/>
      <dgm:spPr/>
    </dgm:pt>
    <dgm:pt modelId="{DCD60970-6E7D-437C-8653-7545157E967B}" type="pres">
      <dgm:prSet presAssocID="{5F765328-C329-4B58-A5EE-DAE853187E49}" presName="parentText" presStyleLbl="alignNode1" presStyleIdx="4" presStyleCnt="7">
        <dgm:presLayoutVars>
          <dgm:chMax val="1"/>
          <dgm:bulletEnabled val="1"/>
        </dgm:presLayoutVars>
      </dgm:prSet>
      <dgm:spPr/>
    </dgm:pt>
    <dgm:pt modelId="{070F2616-2590-460E-AC10-BA830C4DEFB1}" type="pres">
      <dgm:prSet presAssocID="{5F765328-C329-4B58-A5EE-DAE853187E49}" presName="descendantText" presStyleLbl="alignAcc1" presStyleIdx="4" presStyleCnt="7">
        <dgm:presLayoutVars>
          <dgm:bulletEnabled val="1"/>
        </dgm:presLayoutVars>
      </dgm:prSet>
      <dgm:spPr/>
    </dgm:pt>
    <dgm:pt modelId="{148A9C89-980E-4F07-9007-1FE15FF1DA43}" type="pres">
      <dgm:prSet presAssocID="{E3CE9F18-711E-4E70-9A9E-82E3728699E7}" presName="sp" presStyleCnt="0"/>
      <dgm:spPr/>
    </dgm:pt>
    <dgm:pt modelId="{8C22A873-A934-41C2-924F-719EF7E61FBC}" type="pres">
      <dgm:prSet presAssocID="{E9DF356B-6570-4768-A521-634A1E0A1D07}" presName="composite" presStyleCnt="0"/>
      <dgm:spPr/>
    </dgm:pt>
    <dgm:pt modelId="{8A10D1BE-35E9-45B3-ABB9-7D067FA19392}" type="pres">
      <dgm:prSet presAssocID="{E9DF356B-6570-4768-A521-634A1E0A1D07}" presName="parentText" presStyleLbl="alignNode1" presStyleIdx="5" presStyleCnt="7">
        <dgm:presLayoutVars>
          <dgm:chMax val="1"/>
          <dgm:bulletEnabled val="1"/>
        </dgm:presLayoutVars>
      </dgm:prSet>
      <dgm:spPr/>
    </dgm:pt>
    <dgm:pt modelId="{C92DE6AA-4C4D-4024-9D95-8163B4B7C1AF}" type="pres">
      <dgm:prSet presAssocID="{E9DF356B-6570-4768-A521-634A1E0A1D07}" presName="descendantText" presStyleLbl="alignAcc1" presStyleIdx="5" presStyleCnt="7">
        <dgm:presLayoutVars>
          <dgm:bulletEnabled val="1"/>
        </dgm:presLayoutVars>
      </dgm:prSet>
      <dgm:spPr/>
    </dgm:pt>
    <dgm:pt modelId="{8CF7B455-B7E6-4F8D-81C6-C3F2E309F5BC}" type="pres">
      <dgm:prSet presAssocID="{57DF1ACB-A016-4C72-9902-4FC291AFB2ED}" presName="sp" presStyleCnt="0"/>
      <dgm:spPr/>
    </dgm:pt>
    <dgm:pt modelId="{43AFFDE0-143B-468D-9CC2-F6064CCDFE2D}" type="pres">
      <dgm:prSet presAssocID="{CFB7E5E2-FDEA-48F0-A6D4-7FA4690AFE8C}" presName="composite" presStyleCnt="0"/>
      <dgm:spPr/>
    </dgm:pt>
    <dgm:pt modelId="{15FACAC1-D622-4249-8E46-CC8A826E6295}" type="pres">
      <dgm:prSet presAssocID="{CFB7E5E2-FDEA-48F0-A6D4-7FA4690AFE8C}" presName="parentText" presStyleLbl="alignNode1" presStyleIdx="6" presStyleCnt="7">
        <dgm:presLayoutVars>
          <dgm:chMax val="1"/>
          <dgm:bulletEnabled val="1"/>
        </dgm:presLayoutVars>
      </dgm:prSet>
      <dgm:spPr/>
    </dgm:pt>
    <dgm:pt modelId="{EBC9E7B0-D277-464E-9B49-7EADA66AE674}" type="pres">
      <dgm:prSet presAssocID="{CFB7E5E2-FDEA-48F0-A6D4-7FA4690AFE8C}" presName="descendantText" presStyleLbl="alignAcc1" presStyleIdx="6" presStyleCnt="7">
        <dgm:presLayoutVars>
          <dgm:bulletEnabled val="1"/>
        </dgm:presLayoutVars>
      </dgm:prSet>
      <dgm:spPr/>
    </dgm:pt>
  </dgm:ptLst>
  <dgm:cxnLst>
    <dgm:cxn modelId="{2CD79306-C94B-423B-852F-6D3E34023F75}" type="presOf" srcId="{694D8C1D-917E-4B42-8033-FB81A2ADC3D9}" destId="{2E3E7CA4-524D-4DC6-9012-C9A7999F562A}" srcOrd="0" destOrd="0" presId="urn:microsoft.com/office/officeart/2005/8/layout/chevron2"/>
    <dgm:cxn modelId="{A2A21712-6C6A-4A49-8C5A-11205450E7F7}" type="presOf" srcId="{21968869-E323-4718-92FE-E4206941021F}" destId="{C92DE6AA-4C4D-4024-9D95-8163B4B7C1AF}" srcOrd="0" destOrd="0" presId="urn:microsoft.com/office/officeart/2005/8/layout/chevron2"/>
    <dgm:cxn modelId="{FA211022-D2DB-4854-95D6-7B8DD2324A47}" type="presOf" srcId="{FED7765E-7489-4CAF-9468-33F52FEE880D}" destId="{07ECB93B-309F-404B-80EB-E842FC25E202}" srcOrd="0" destOrd="0" presId="urn:microsoft.com/office/officeart/2005/8/layout/chevron2"/>
    <dgm:cxn modelId="{1610B323-D425-41C8-982E-EAA6CD466741}" type="presOf" srcId="{E9DF356B-6570-4768-A521-634A1E0A1D07}" destId="{8A10D1BE-35E9-45B3-ABB9-7D067FA19392}" srcOrd="0" destOrd="0" presId="urn:microsoft.com/office/officeart/2005/8/layout/chevron2"/>
    <dgm:cxn modelId="{5F0DD023-8638-4069-9CE2-878BB646C50D}" srcId="{A8A47D5C-18EA-4007-B539-0C44EBEA5C53}" destId="{E3A9B366-C8A5-4236-A6C3-06A524B9D242}" srcOrd="0" destOrd="0" parTransId="{D7402390-5D35-4556-8DCD-9C8BB1584A3B}" sibTransId="{D8E058B1-AEE4-43B3-BF6D-D254BF78D40F}"/>
    <dgm:cxn modelId="{F7F72F2A-FD98-4C91-AA4F-A76673123776}" type="presOf" srcId="{CDAA39C2-41BC-484C-81B0-BB0D25AB7013}" destId="{93FCD278-2351-463F-8243-4EC4F0B78D46}" srcOrd="0" destOrd="0" presId="urn:microsoft.com/office/officeart/2005/8/layout/chevron2"/>
    <dgm:cxn modelId="{A5879D2C-2030-49CC-AA2B-8804E4D3FC89}" srcId="{CFB7E5E2-FDEA-48F0-A6D4-7FA4690AFE8C}" destId="{D09E05F3-FEF6-484D-BF21-7786D3BB7276}" srcOrd="0" destOrd="0" parTransId="{02648B20-E9E3-4839-8FEB-F1BB45CD5AB8}" sibTransId="{159092D5-6DAD-4302-BC6B-2D63E9559119}"/>
    <dgm:cxn modelId="{3816123E-6A71-4817-9555-1B926D63E1D0}" srcId="{4AC45B6D-F19D-4AF3-A501-5F89F579B23C}" destId="{CDAA39C2-41BC-484C-81B0-BB0D25AB7013}" srcOrd="0" destOrd="0" parTransId="{032334E7-DB1A-4C0D-80C4-C12B42DB1122}" sibTransId="{3BC61962-21E6-48C1-91C4-08F715D30BEE}"/>
    <dgm:cxn modelId="{ED08FE5D-5C8E-486E-85CF-0C38B7D262B8}" type="presOf" srcId="{4AC45B6D-F19D-4AF3-A501-5F89F579B23C}" destId="{681B7D2B-3BD2-4693-B4B2-6F55DC62F3E6}" srcOrd="0" destOrd="0" presId="urn:microsoft.com/office/officeart/2005/8/layout/chevron2"/>
    <dgm:cxn modelId="{42B0E45E-A5BB-4184-BE80-B1D2008A3344}" type="presOf" srcId="{A8A47D5C-18EA-4007-B539-0C44EBEA5C53}" destId="{ABEEF5A3-D2A1-41AE-B46A-AC5002BA839F}" srcOrd="0" destOrd="0" presId="urn:microsoft.com/office/officeart/2005/8/layout/chevron2"/>
    <dgm:cxn modelId="{02648141-1FE0-4E9C-90F0-A651794240F3}" type="presOf" srcId="{D09E05F3-FEF6-484D-BF21-7786D3BB7276}" destId="{EBC9E7B0-D277-464E-9B49-7EADA66AE674}" srcOrd="0" destOrd="0" presId="urn:microsoft.com/office/officeart/2005/8/layout/chevron2"/>
    <dgm:cxn modelId="{63AB0267-BBAC-4E30-9AE4-F10484FF23BD}" type="presOf" srcId="{CFB7E5E2-FDEA-48F0-A6D4-7FA4690AFE8C}" destId="{15FACAC1-D622-4249-8E46-CC8A826E6295}" srcOrd="0" destOrd="0" presId="urn:microsoft.com/office/officeart/2005/8/layout/chevron2"/>
    <dgm:cxn modelId="{639EC04A-88AE-4B7B-A04D-C3890B967969}" srcId="{E397BD64-3C4A-487B-93B7-608ED73EDD76}" destId="{A8A47D5C-18EA-4007-B539-0C44EBEA5C53}" srcOrd="3" destOrd="0" parTransId="{F9381444-0969-47F3-88F5-122704ECEB16}" sibTransId="{61834173-69DC-410E-BD9D-472169545862}"/>
    <dgm:cxn modelId="{B9358258-C680-4F04-9066-1A57CCA034E1}" type="presOf" srcId="{EC9FEAC7-4B33-4480-8FF8-DFC6B720E082}" destId="{070F2616-2590-460E-AC10-BA830C4DEFB1}" srcOrd="0" destOrd="0" presId="urn:microsoft.com/office/officeart/2005/8/layout/chevron2"/>
    <dgm:cxn modelId="{D4E2515A-FADB-4293-B161-906B74BB1CA7}" type="presOf" srcId="{E3A9B366-C8A5-4236-A6C3-06A524B9D242}" destId="{5AAC4719-DE79-4003-9ED9-E24B213CBA3F}" srcOrd="0" destOrd="0" presId="urn:microsoft.com/office/officeart/2005/8/layout/chevron2"/>
    <dgm:cxn modelId="{8B04BE89-1EEB-4676-BB6C-1E7E7E30784F}" srcId="{E397BD64-3C4A-487B-93B7-608ED73EDD76}" destId="{5F765328-C329-4B58-A5EE-DAE853187E49}" srcOrd="4" destOrd="0" parTransId="{8873F639-7BF3-4CE8-982B-B82A17C2DB35}" sibTransId="{E3CE9F18-711E-4E70-9A9E-82E3728699E7}"/>
    <dgm:cxn modelId="{21D13E8D-33FE-40B6-B1BC-B348DCD6F432}" srcId="{E397BD64-3C4A-487B-93B7-608ED73EDD76}" destId="{4AC45B6D-F19D-4AF3-A501-5F89F579B23C}" srcOrd="0" destOrd="0" parTransId="{B445850C-6C0B-4855-85DF-47C54105D815}" sibTransId="{1434DAF2-8BBB-4308-8E1D-406A8FF180F0}"/>
    <dgm:cxn modelId="{BA0A2A93-1880-4177-9A51-B887551C40E9}" type="presOf" srcId="{5F765328-C329-4B58-A5EE-DAE853187E49}" destId="{DCD60970-6E7D-437C-8653-7545157E967B}" srcOrd="0" destOrd="0" presId="urn:microsoft.com/office/officeart/2005/8/layout/chevron2"/>
    <dgm:cxn modelId="{971C0F97-C77E-4DD7-8A25-63D131ACA0C8}" srcId="{E397BD64-3C4A-487B-93B7-608ED73EDD76}" destId="{CFB7E5E2-FDEA-48F0-A6D4-7FA4690AFE8C}" srcOrd="6" destOrd="0" parTransId="{9B16D88C-4175-44E6-947A-B5AE41E7933D}" sibTransId="{20CFECA1-71D5-48A4-8C4B-467EB9B98D12}"/>
    <dgm:cxn modelId="{385EA1A3-3BF1-45E0-B00E-825C11284539}" type="presOf" srcId="{E397BD64-3C4A-487B-93B7-608ED73EDD76}" destId="{E87BCD4F-8285-4368-B11C-B202A3E5B9B4}" srcOrd="0" destOrd="0" presId="urn:microsoft.com/office/officeart/2005/8/layout/chevron2"/>
    <dgm:cxn modelId="{2E2252B7-917F-4143-99EE-2D9E47D404BB}" srcId="{FED7765E-7489-4CAF-9468-33F52FEE880D}" destId="{9EB17334-6527-4007-A4EC-1A12BA961A97}" srcOrd="0" destOrd="0" parTransId="{DE823668-C470-47CE-B98E-DD4FE8CBC391}" sibTransId="{CCD25EFF-F3ED-426D-BF8A-83A070F24936}"/>
    <dgm:cxn modelId="{5C4649C1-4A97-4AC2-88C7-C360E9870E9E}" srcId="{9FE91192-6386-4AB0-9ECA-28CEFE033B88}" destId="{694D8C1D-917E-4B42-8033-FB81A2ADC3D9}" srcOrd="0" destOrd="0" parTransId="{BC1308A8-4F84-4DEB-91D6-FA789F8A3E77}" sibTransId="{71EC75AB-C294-4AB8-A0D0-C55FBCD35BD3}"/>
    <dgm:cxn modelId="{4045A2CB-5201-4ABE-AE6C-5C73A8BC63A0}" srcId="{5F765328-C329-4B58-A5EE-DAE853187E49}" destId="{EC9FEAC7-4B33-4480-8FF8-DFC6B720E082}" srcOrd="0" destOrd="0" parTransId="{8D37312E-77EB-42A1-A437-53CAF4C73873}" sibTransId="{0E035C9C-8A22-47E4-AF5A-82BB934C7507}"/>
    <dgm:cxn modelId="{A8BD24D0-BE3B-4A40-9F4E-A779838A5E19}" srcId="{E397BD64-3C4A-487B-93B7-608ED73EDD76}" destId="{FED7765E-7489-4CAF-9468-33F52FEE880D}" srcOrd="1" destOrd="0" parTransId="{A95FF86B-AE4F-494D-B47D-D0DB798B4EC3}" sibTransId="{1A7C7E49-84C7-475C-BB5B-4B646565FAA6}"/>
    <dgm:cxn modelId="{73669DD0-5E90-4CF5-BE95-3A0EF5574055}" srcId="{E397BD64-3C4A-487B-93B7-608ED73EDD76}" destId="{9FE91192-6386-4AB0-9ECA-28CEFE033B88}" srcOrd="2" destOrd="0" parTransId="{79FFE4E1-EEFB-4334-A810-57CE95EB6CE9}" sibTransId="{92C75A9D-B945-421E-82B2-8374931620E2}"/>
    <dgm:cxn modelId="{0BC4C3E0-7133-4674-9E4B-D92E9D264203}" srcId="{E9DF356B-6570-4768-A521-634A1E0A1D07}" destId="{21968869-E323-4718-92FE-E4206941021F}" srcOrd="0" destOrd="0" parTransId="{6CB3F50E-DAC4-4328-A1E6-C82CEED358B1}" sibTransId="{136F3BF1-B9FC-47D3-9499-BB4A9E81470D}"/>
    <dgm:cxn modelId="{98A500EF-3BF3-4983-A3B8-A25EF7E3BC69}" type="presOf" srcId="{9FE91192-6386-4AB0-9ECA-28CEFE033B88}" destId="{03E86F5E-FE75-4D35-9666-9F43962F4468}" srcOrd="0" destOrd="0" presId="urn:microsoft.com/office/officeart/2005/8/layout/chevron2"/>
    <dgm:cxn modelId="{3B54D8F7-79A5-414D-9C54-150871FFF2E3}" srcId="{E397BD64-3C4A-487B-93B7-608ED73EDD76}" destId="{E9DF356B-6570-4768-A521-634A1E0A1D07}" srcOrd="5" destOrd="0" parTransId="{95A9E380-A9F3-4C97-B718-7C8A2495B6D9}" sibTransId="{57DF1ACB-A016-4C72-9902-4FC291AFB2ED}"/>
    <dgm:cxn modelId="{13628CFD-478C-4101-B3F1-42369D0710CC}" type="presOf" srcId="{9EB17334-6527-4007-A4EC-1A12BA961A97}" destId="{179B49C4-A742-44AD-9452-672852B7B9D6}" srcOrd="0" destOrd="0" presId="urn:microsoft.com/office/officeart/2005/8/layout/chevron2"/>
    <dgm:cxn modelId="{51D867C6-4807-47DC-976E-43459E0F9F25}" type="presParOf" srcId="{E87BCD4F-8285-4368-B11C-B202A3E5B9B4}" destId="{671359D1-7274-448C-9FB0-7CB68FE4A463}" srcOrd="0" destOrd="0" presId="urn:microsoft.com/office/officeart/2005/8/layout/chevron2"/>
    <dgm:cxn modelId="{A5CE3F9A-D54B-4372-A519-64F008B730DB}" type="presParOf" srcId="{671359D1-7274-448C-9FB0-7CB68FE4A463}" destId="{681B7D2B-3BD2-4693-B4B2-6F55DC62F3E6}" srcOrd="0" destOrd="0" presId="urn:microsoft.com/office/officeart/2005/8/layout/chevron2"/>
    <dgm:cxn modelId="{C815B472-DE1B-4A19-BEE7-6456BC1E022D}" type="presParOf" srcId="{671359D1-7274-448C-9FB0-7CB68FE4A463}" destId="{93FCD278-2351-463F-8243-4EC4F0B78D46}" srcOrd="1" destOrd="0" presId="urn:microsoft.com/office/officeart/2005/8/layout/chevron2"/>
    <dgm:cxn modelId="{EAAAECEA-8D65-4584-8E80-24F019C5F3CB}" type="presParOf" srcId="{E87BCD4F-8285-4368-B11C-B202A3E5B9B4}" destId="{A1BBED1A-6FA6-48EE-87E7-1177D26302B6}" srcOrd="1" destOrd="0" presId="urn:microsoft.com/office/officeart/2005/8/layout/chevron2"/>
    <dgm:cxn modelId="{47FC9855-CADC-4CAE-B0C3-2DAB89649DEB}" type="presParOf" srcId="{E87BCD4F-8285-4368-B11C-B202A3E5B9B4}" destId="{D9A647B3-2840-4788-9EA5-E2F0F912854E}" srcOrd="2" destOrd="0" presId="urn:microsoft.com/office/officeart/2005/8/layout/chevron2"/>
    <dgm:cxn modelId="{A64AACDD-A298-4C3F-9D9F-0F7D3A79D3A2}" type="presParOf" srcId="{D9A647B3-2840-4788-9EA5-E2F0F912854E}" destId="{07ECB93B-309F-404B-80EB-E842FC25E202}" srcOrd="0" destOrd="0" presId="urn:microsoft.com/office/officeart/2005/8/layout/chevron2"/>
    <dgm:cxn modelId="{726924D1-9A05-49EE-9C25-82127D3D853A}" type="presParOf" srcId="{D9A647B3-2840-4788-9EA5-E2F0F912854E}" destId="{179B49C4-A742-44AD-9452-672852B7B9D6}" srcOrd="1" destOrd="0" presId="urn:microsoft.com/office/officeart/2005/8/layout/chevron2"/>
    <dgm:cxn modelId="{E0D8B6E1-73CB-4BFA-BC7A-FDC935E2230C}" type="presParOf" srcId="{E87BCD4F-8285-4368-B11C-B202A3E5B9B4}" destId="{B1BCEF77-0866-484D-975A-28803B7CDF03}" srcOrd="3" destOrd="0" presId="urn:microsoft.com/office/officeart/2005/8/layout/chevron2"/>
    <dgm:cxn modelId="{CC60BE33-AAD0-40B4-81AE-8FA077B38A7B}" type="presParOf" srcId="{E87BCD4F-8285-4368-B11C-B202A3E5B9B4}" destId="{5AD488A1-7852-4DE4-B6CD-81E51178A54A}" srcOrd="4" destOrd="0" presId="urn:microsoft.com/office/officeart/2005/8/layout/chevron2"/>
    <dgm:cxn modelId="{348FAD09-366F-48D8-B591-1F6C9D9DE84F}" type="presParOf" srcId="{5AD488A1-7852-4DE4-B6CD-81E51178A54A}" destId="{03E86F5E-FE75-4D35-9666-9F43962F4468}" srcOrd="0" destOrd="0" presId="urn:microsoft.com/office/officeart/2005/8/layout/chevron2"/>
    <dgm:cxn modelId="{0804DD59-5C42-4A70-9864-5EDD1623A6C4}" type="presParOf" srcId="{5AD488A1-7852-4DE4-B6CD-81E51178A54A}" destId="{2E3E7CA4-524D-4DC6-9012-C9A7999F562A}" srcOrd="1" destOrd="0" presId="urn:microsoft.com/office/officeart/2005/8/layout/chevron2"/>
    <dgm:cxn modelId="{0ACA8435-214E-49BA-8560-CC2606456C40}" type="presParOf" srcId="{E87BCD4F-8285-4368-B11C-B202A3E5B9B4}" destId="{24B5050F-7CE5-4AAE-8C49-9BC94521C355}" srcOrd="5" destOrd="0" presId="urn:microsoft.com/office/officeart/2005/8/layout/chevron2"/>
    <dgm:cxn modelId="{7282269D-02E5-440C-A67D-3CC64C1313A5}" type="presParOf" srcId="{E87BCD4F-8285-4368-B11C-B202A3E5B9B4}" destId="{89A61C01-C0AF-450A-B8DD-635172083539}" srcOrd="6" destOrd="0" presId="urn:microsoft.com/office/officeart/2005/8/layout/chevron2"/>
    <dgm:cxn modelId="{51DDFBB0-F9D8-4E27-82FF-AD343483209F}" type="presParOf" srcId="{89A61C01-C0AF-450A-B8DD-635172083539}" destId="{ABEEF5A3-D2A1-41AE-B46A-AC5002BA839F}" srcOrd="0" destOrd="0" presId="urn:microsoft.com/office/officeart/2005/8/layout/chevron2"/>
    <dgm:cxn modelId="{FA592DBA-9DC9-43DE-9F7D-A71044931DDB}" type="presParOf" srcId="{89A61C01-C0AF-450A-B8DD-635172083539}" destId="{5AAC4719-DE79-4003-9ED9-E24B213CBA3F}" srcOrd="1" destOrd="0" presId="urn:microsoft.com/office/officeart/2005/8/layout/chevron2"/>
    <dgm:cxn modelId="{35A935D8-56C0-4990-BEEA-28F2DA200B47}" type="presParOf" srcId="{E87BCD4F-8285-4368-B11C-B202A3E5B9B4}" destId="{229D79ED-820E-487F-A7B7-222522CF891C}" srcOrd="7" destOrd="0" presId="urn:microsoft.com/office/officeart/2005/8/layout/chevron2"/>
    <dgm:cxn modelId="{90D02CC5-54D4-4FF8-87AC-06A48DFC8E8B}" type="presParOf" srcId="{E87BCD4F-8285-4368-B11C-B202A3E5B9B4}" destId="{2CC5D1EA-0E1F-4503-8287-5CA582A6BB9D}" srcOrd="8" destOrd="0" presId="urn:microsoft.com/office/officeart/2005/8/layout/chevron2"/>
    <dgm:cxn modelId="{0A5E862B-C9E7-42D8-9F36-4F9DBA5126E4}" type="presParOf" srcId="{2CC5D1EA-0E1F-4503-8287-5CA582A6BB9D}" destId="{DCD60970-6E7D-437C-8653-7545157E967B}" srcOrd="0" destOrd="0" presId="urn:microsoft.com/office/officeart/2005/8/layout/chevron2"/>
    <dgm:cxn modelId="{ACAB8FDA-2932-43C9-9187-14F2D0AE43EC}" type="presParOf" srcId="{2CC5D1EA-0E1F-4503-8287-5CA582A6BB9D}" destId="{070F2616-2590-460E-AC10-BA830C4DEFB1}" srcOrd="1" destOrd="0" presId="urn:microsoft.com/office/officeart/2005/8/layout/chevron2"/>
    <dgm:cxn modelId="{911D5B5A-029A-49A6-9B27-2E09B8736DC9}" type="presParOf" srcId="{E87BCD4F-8285-4368-B11C-B202A3E5B9B4}" destId="{148A9C89-980E-4F07-9007-1FE15FF1DA43}" srcOrd="9" destOrd="0" presId="urn:microsoft.com/office/officeart/2005/8/layout/chevron2"/>
    <dgm:cxn modelId="{F03CC893-496F-4082-BD6F-B7BC84366AB2}" type="presParOf" srcId="{E87BCD4F-8285-4368-B11C-B202A3E5B9B4}" destId="{8C22A873-A934-41C2-924F-719EF7E61FBC}" srcOrd="10" destOrd="0" presId="urn:microsoft.com/office/officeart/2005/8/layout/chevron2"/>
    <dgm:cxn modelId="{BB090210-DC4A-4341-8719-0CE0CE8752F2}" type="presParOf" srcId="{8C22A873-A934-41C2-924F-719EF7E61FBC}" destId="{8A10D1BE-35E9-45B3-ABB9-7D067FA19392}" srcOrd="0" destOrd="0" presId="urn:microsoft.com/office/officeart/2005/8/layout/chevron2"/>
    <dgm:cxn modelId="{B213E52C-1757-470A-AC27-02535DE109E9}" type="presParOf" srcId="{8C22A873-A934-41C2-924F-719EF7E61FBC}" destId="{C92DE6AA-4C4D-4024-9D95-8163B4B7C1AF}" srcOrd="1" destOrd="0" presId="urn:microsoft.com/office/officeart/2005/8/layout/chevron2"/>
    <dgm:cxn modelId="{9BAD9B9C-1B05-4763-82F5-595111FC5123}" type="presParOf" srcId="{E87BCD4F-8285-4368-B11C-B202A3E5B9B4}" destId="{8CF7B455-B7E6-4F8D-81C6-C3F2E309F5BC}" srcOrd="11" destOrd="0" presId="urn:microsoft.com/office/officeart/2005/8/layout/chevron2"/>
    <dgm:cxn modelId="{DCCEEE97-1BB1-4BE9-9748-1CE6AB223033}" type="presParOf" srcId="{E87BCD4F-8285-4368-B11C-B202A3E5B9B4}" destId="{43AFFDE0-143B-468D-9CC2-F6064CCDFE2D}" srcOrd="12" destOrd="0" presId="urn:microsoft.com/office/officeart/2005/8/layout/chevron2"/>
    <dgm:cxn modelId="{77B0ADA2-7639-4B07-BDE2-233CE474C8B9}" type="presParOf" srcId="{43AFFDE0-143B-468D-9CC2-F6064CCDFE2D}" destId="{15FACAC1-D622-4249-8E46-CC8A826E6295}" srcOrd="0" destOrd="0" presId="urn:microsoft.com/office/officeart/2005/8/layout/chevron2"/>
    <dgm:cxn modelId="{1F152BDF-ACB2-476C-9E27-E00B24F148A0}" type="presParOf" srcId="{43AFFDE0-143B-468D-9CC2-F6064CCDFE2D}" destId="{EBC9E7B0-D277-464E-9B49-7EADA66AE674}"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F101B0D-F02D-C34B-8D12-0EED5D87723D}" type="doc">
      <dgm:prSet loTypeId="urn:microsoft.com/office/officeart/2008/layout/VerticalCurvedList" loCatId="" qsTypeId="urn:microsoft.com/office/officeart/2005/8/quickstyle/simple4" qsCatId="simple" csTypeId="urn:microsoft.com/office/officeart/2005/8/colors/colorful2" csCatId="colorful" phldr="1"/>
      <dgm:spPr/>
      <dgm:t>
        <a:bodyPr/>
        <a:lstStyle/>
        <a:p>
          <a:endParaRPr lang="en-US"/>
        </a:p>
      </dgm:t>
    </dgm:pt>
    <dgm:pt modelId="{C8ED743B-6420-DD46-B363-B2488BFB1AC5}">
      <dgm:prSet phldrT="[Text]"/>
      <dgm:spPr>
        <a:solidFill>
          <a:srgbClr val="C00000"/>
        </a:solidFill>
      </dgm:spPr>
      <dgm:t>
        <a:bodyPr/>
        <a:lstStyle/>
        <a:p>
          <a:pPr algn="ctr"/>
          <a:r>
            <a:rPr lang="en-US" dirty="0"/>
            <a:t>A</a:t>
          </a:r>
        </a:p>
      </dgm:t>
    </dgm:pt>
    <dgm:pt modelId="{DED6A933-852C-4447-AF9E-0177039EF7EB}" type="parTrans" cxnId="{D1F02809-47D5-4A44-82C0-5F41B23D87C0}">
      <dgm:prSet/>
      <dgm:spPr/>
      <dgm:t>
        <a:bodyPr/>
        <a:lstStyle/>
        <a:p>
          <a:endParaRPr lang="en-US"/>
        </a:p>
      </dgm:t>
    </dgm:pt>
    <dgm:pt modelId="{2451CEC7-5FD6-0E43-83B6-E5B3B0FD0B1F}" type="sibTrans" cxnId="{D1F02809-47D5-4A44-82C0-5F41B23D87C0}">
      <dgm:prSet/>
      <dgm:spPr>
        <a:solidFill>
          <a:schemeClr val="bg2"/>
        </a:solidFill>
      </dgm:spPr>
      <dgm:t>
        <a:bodyPr/>
        <a:lstStyle/>
        <a:p>
          <a:endParaRPr lang="en-US"/>
        </a:p>
      </dgm:t>
    </dgm:pt>
    <dgm:pt modelId="{D7D860BE-B30E-5E46-8136-57770F47A10A}">
      <dgm:prSet phldrT="[Text]"/>
      <dgm:spPr>
        <a:solidFill>
          <a:srgbClr val="E14621"/>
        </a:solidFill>
      </dgm:spPr>
      <dgm:t>
        <a:bodyPr/>
        <a:lstStyle/>
        <a:p>
          <a:pPr algn="ctr"/>
          <a:r>
            <a:rPr lang="en-US" dirty="0"/>
            <a:t>B</a:t>
          </a:r>
        </a:p>
      </dgm:t>
    </dgm:pt>
    <dgm:pt modelId="{AF8B281F-2545-6B46-951F-35927F57D5D8}" type="parTrans" cxnId="{99044941-04D6-AA46-8DE3-EB606B5AE0C3}">
      <dgm:prSet/>
      <dgm:spPr/>
      <dgm:t>
        <a:bodyPr/>
        <a:lstStyle/>
        <a:p>
          <a:endParaRPr lang="en-US"/>
        </a:p>
      </dgm:t>
    </dgm:pt>
    <dgm:pt modelId="{198C13ED-BC0A-AB4A-AA20-9918F43BDF89}" type="sibTrans" cxnId="{99044941-04D6-AA46-8DE3-EB606B5AE0C3}">
      <dgm:prSet/>
      <dgm:spPr/>
      <dgm:t>
        <a:bodyPr/>
        <a:lstStyle/>
        <a:p>
          <a:endParaRPr lang="en-US"/>
        </a:p>
      </dgm:t>
    </dgm:pt>
    <dgm:pt modelId="{29ED040C-F9B1-184F-89FD-ADB615E296EF}">
      <dgm:prSet phldrT="[Text]"/>
      <dgm:spPr>
        <a:solidFill>
          <a:srgbClr val="EA8222"/>
        </a:solidFill>
      </dgm:spPr>
      <dgm:t>
        <a:bodyPr/>
        <a:lstStyle/>
        <a:p>
          <a:pPr algn="ctr"/>
          <a:r>
            <a:rPr lang="en-US" dirty="0"/>
            <a:t>C</a:t>
          </a:r>
        </a:p>
      </dgm:t>
    </dgm:pt>
    <dgm:pt modelId="{81D00A78-24E9-EA4B-A693-4F8266AD2864}" type="parTrans" cxnId="{BA497F51-B650-BB43-9B11-38E0415BDF0E}">
      <dgm:prSet/>
      <dgm:spPr/>
      <dgm:t>
        <a:bodyPr/>
        <a:lstStyle/>
        <a:p>
          <a:endParaRPr lang="en-US"/>
        </a:p>
      </dgm:t>
    </dgm:pt>
    <dgm:pt modelId="{5CC64AFD-9249-D940-8AF0-B93D1745D5FA}" type="sibTrans" cxnId="{BA497F51-B650-BB43-9B11-38E0415BDF0E}">
      <dgm:prSet/>
      <dgm:spPr/>
      <dgm:t>
        <a:bodyPr/>
        <a:lstStyle/>
        <a:p>
          <a:endParaRPr lang="en-US"/>
        </a:p>
      </dgm:t>
    </dgm:pt>
    <dgm:pt modelId="{02F40DA6-BF14-314D-AF1B-9CA61DFC52E0}">
      <dgm:prSet/>
      <dgm:spPr>
        <a:solidFill>
          <a:srgbClr val="FFC000"/>
        </a:solidFill>
      </dgm:spPr>
      <dgm:t>
        <a:bodyPr/>
        <a:lstStyle/>
        <a:p>
          <a:pPr algn="ctr"/>
          <a:r>
            <a:rPr lang="en-US" dirty="0"/>
            <a:t>D</a:t>
          </a:r>
        </a:p>
      </dgm:t>
    </dgm:pt>
    <dgm:pt modelId="{9EC895B5-B3F7-5843-A8BA-FCDD249AD621}" type="parTrans" cxnId="{BEF625EB-211F-5347-B201-3CB19FD2EE45}">
      <dgm:prSet/>
      <dgm:spPr/>
      <dgm:t>
        <a:bodyPr/>
        <a:lstStyle/>
        <a:p>
          <a:endParaRPr lang="en-US"/>
        </a:p>
      </dgm:t>
    </dgm:pt>
    <dgm:pt modelId="{80516CF0-9F21-9040-B230-14DC4A4B11DB}" type="sibTrans" cxnId="{BEF625EB-211F-5347-B201-3CB19FD2EE45}">
      <dgm:prSet/>
      <dgm:spPr/>
      <dgm:t>
        <a:bodyPr/>
        <a:lstStyle/>
        <a:p>
          <a:endParaRPr lang="en-US"/>
        </a:p>
      </dgm:t>
    </dgm:pt>
    <dgm:pt modelId="{188C34FD-3474-494F-82E2-D16678BE259E}" type="pres">
      <dgm:prSet presAssocID="{BF101B0D-F02D-C34B-8D12-0EED5D87723D}" presName="Name0" presStyleCnt="0">
        <dgm:presLayoutVars>
          <dgm:chMax val="7"/>
          <dgm:chPref val="7"/>
          <dgm:dir/>
        </dgm:presLayoutVars>
      </dgm:prSet>
      <dgm:spPr/>
    </dgm:pt>
    <dgm:pt modelId="{928FEF9F-268A-854D-AD12-593E9427365F}" type="pres">
      <dgm:prSet presAssocID="{BF101B0D-F02D-C34B-8D12-0EED5D87723D}" presName="Name1" presStyleCnt="0"/>
      <dgm:spPr/>
    </dgm:pt>
    <dgm:pt modelId="{530658CC-5D98-5544-859E-B2CB7EA6C18D}" type="pres">
      <dgm:prSet presAssocID="{BF101B0D-F02D-C34B-8D12-0EED5D87723D}" presName="cycle" presStyleCnt="0"/>
      <dgm:spPr/>
    </dgm:pt>
    <dgm:pt modelId="{150EBDDA-7F00-B646-9373-803DD49D0B0A}" type="pres">
      <dgm:prSet presAssocID="{BF101B0D-F02D-C34B-8D12-0EED5D87723D}" presName="srcNode" presStyleLbl="node1" presStyleIdx="0" presStyleCnt="4"/>
      <dgm:spPr/>
    </dgm:pt>
    <dgm:pt modelId="{331A6D2A-1EB6-7C4E-B576-4BFC2BA5004A}" type="pres">
      <dgm:prSet presAssocID="{BF101B0D-F02D-C34B-8D12-0EED5D87723D}" presName="conn" presStyleLbl="parChTrans1D2" presStyleIdx="0" presStyleCnt="1"/>
      <dgm:spPr/>
    </dgm:pt>
    <dgm:pt modelId="{7D3DBCBB-3293-674C-A216-C833AED7673D}" type="pres">
      <dgm:prSet presAssocID="{BF101B0D-F02D-C34B-8D12-0EED5D87723D}" presName="extraNode" presStyleLbl="node1" presStyleIdx="0" presStyleCnt="4"/>
      <dgm:spPr/>
    </dgm:pt>
    <dgm:pt modelId="{CF8318B4-BF02-BB4C-BADD-90B89B010C00}" type="pres">
      <dgm:prSet presAssocID="{BF101B0D-F02D-C34B-8D12-0EED5D87723D}" presName="dstNode" presStyleLbl="node1" presStyleIdx="0" presStyleCnt="4"/>
      <dgm:spPr/>
    </dgm:pt>
    <dgm:pt modelId="{3364BE2F-C275-9445-83B9-93734A52473C}" type="pres">
      <dgm:prSet presAssocID="{C8ED743B-6420-DD46-B363-B2488BFB1AC5}" presName="text_1" presStyleLbl="node1" presStyleIdx="0" presStyleCnt="4">
        <dgm:presLayoutVars>
          <dgm:bulletEnabled val="1"/>
        </dgm:presLayoutVars>
      </dgm:prSet>
      <dgm:spPr/>
    </dgm:pt>
    <dgm:pt modelId="{2A4874C8-73BA-734A-9A6A-254B2F8E9A25}" type="pres">
      <dgm:prSet presAssocID="{C8ED743B-6420-DD46-B363-B2488BFB1AC5}" presName="accent_1" presStyleCnt="0"/>
      <dgm:spPr/>
    </dgm:pt>
    <dgm:pt modelId="{AA22D328-7A63-8046-A95C-605F4E54E2DB}" type="pres">
      <dgm:prSet presAssocID="{C8ED743B-6420-DD46-B363-B2488BFB1AC5}" presName="accentRepeatNode" presStyleLbl="solidFgAcc1" presStyleIdx="0" presStyleCnt="4"/>
      <dgm:spPr>
        <a:ln w="12700">
          <a:solidFill>
            <a:srgbClr val="C00000"/>
          </a:solidFill>
        </a:ln>
      </dgm:spPr>
    </dgm:pt>
    <dgm:pt modelId="{A0A0963B-A0E4-6B49-96B2-387BF5AC691C}" type="pres">
      <dgm:prSet presAssocID="{D7D860BE-B30E-5E46-8136-57770F47A10A}" presName="text_2" presStyleLbl="node1" presStyleIdx="1" presStyleCnt="4">
        <dgm:presLayoutVars>
          <dgm:bulletEnabled val="1"/>
        </dgm:presLayoutVars>
      </dgm:prSet>
      <dgm:spPr/>
    </dgm:pt>
    <dgm:pt modelId="{1301741C-6424-984F-9B7E-71D1F3A3D5F5}" type="pres">
      <dgm:prSet presAssocID="{D7D860BE-B30E-5E46-8136-57770F47A10A}" presName="accent_2" presStyleCnt="0"/>
      <dgm:spPr/>
    </dgm:pt>
    <dgm:pt modelId="{E76AFCC0-C41A-6F43-A28E-469B89B81F2F}" type="pres">
      <dgm:prSet presAssocID="{D7D860BE-B30E-5E46-8136-57770F47A10A}" presName="accentRepeatNode" presStyleLbl="solidFgAcc1" presStyleIdx="1" presStyleCnt="4"/>
      <dgm:spPr>
        <a:ln w="12700">
          <a:solidFill>
            <a:srgbClr val="E14621"/>
          </a:solidFill>
        </a:ln>
      </dgm:spPr>
    </dgm:pt>
    <dgm:pt modelId="{FC399A44-7CD0-8D40-82BA-A90647B6ADC4}" type="pres">
      <dgm:prSet presAssocID="{29ED040C-F9B1-184F-89FD-ADB615E296EF}" presName="text_3" presStyleLbl="node1" presStyleIdx="2" presStyleCnt="4">
        <dgm:presLayoutVars>
          <dgm:bulletEnabled val="1"/>
        </dgm:presLayoutVars>
      </dgm:prSet>
      <dgm:spPr/>
    </dgm:pt>
    <dgm:pt modelId="{650D8AD9-9DCB-1844-B819-80FCE004D3E3}" type="pres">
      <dgm:prSet presAssocID="{29ED040C-F9B1-184F-89FD-ADB615E296EF}" presName="accent_3" presStyleCnt="0"/>
      <dgm:spPr/>
    </dgm:pt>
    <dgm:pt modelId="{96C8784B-8C2D-EC49-B259-947A0A6777AD}" type="pres">
      <dgm:prSet presAssocID="{29ED040C-F9B1-184F-89FD-ADB615E296EF}" presName="accentRepeatNode" presStyleLbl="solidFgAcc1" presStyleIdx="2" presStyleCnt="4"/>
      <dgm:spPr>
        <a:ln w="12700">
          <a:solidFill>
            <a:srgbClr val="EA8222"/>
          </a:solidFill>
        </a:ln>
      </dgm:spPr>
    </dgm:pt>
    <dgm:pt modelId="{D4852B06-D7CE-F54E-B319-6F7CB10A9AFB}" type="pres">
      <dgm:prSet presAssocID="{02F40DA6-BF14-314D-AF1B-9CA61DFC52E0}" presName="text_4" presStyleLbl="node1" presStyleIdx="3" presStyleCnt="4">
        <dgm:presLayoutVars>
          <dgm:bulletEnabled val="1"/>
        </dgm:presLayoutVars>
      </dgm:prSet>
      <dgm:spPr/>
    </dgm:pt>
    <dgm:pt modelId="{15CDEE17-3EF4-0347-B690-377BBF2BFABA}" type="pres">
      <dgm:prSet presAssocID="{02F40DA6-BF14-314D-AF1B-9CA61DFC52E0}" presName="accent_4" presStyleCnt="0"/>
      <dgm:spPr/>
    </dgm:pt>
    <dgm:pt modelId="{6DDF5091-1AC6-2944-ABA8-A1AD406F4DFB}" type="pres">
      <dgm:prSet presAssocID="{02F40DA6-BF14-314D-AF1B-9CA61DFC52E0}" presName="accentRepeatNode" presStyleLbl="solidFgAcc1" presStyleIdx="3" presStyleCnt="4"/>
      <dgm:spPr>
        <a:ln w="12700">
          <a:solidFill>
            <a:srgbClr val="FFC000"/>
          </a:solidFill>
        </a:ln>
      </dgm:spPr>
    </dgm:pt>
  </dgm:ptLst>
  <dgm:cxnLst>
    <dgm:cxn modelId="{A83ABC00-75D1-4653-BF62-FC2CD8479133}" type="presOf" srcId="{BF101B0D-F02D-C34B-8D12-0EED5D87723D}" destId="{188C34FD-3474-494F-82E2-D16678BE259E}" srcOrd="0" destOrd="0" presId="urn:microsoft.com/office/officeart/2008/layout/VerticalCurvedList"/>
    <dgm:cxn modelId="{D1F02809-47D5-4A44-82C0-5F41B23D87C0}" srcId="{BF101B0D-F02D-C34B-8D12-0EED5D87723D}" destId="{C8ED743B-6420-DD46-B363-B2488BFB1AC5}" srcOrd="0" destOrd="0" parTransId="{DED6A933-852C-4447-AF9E-0177039EF7EB}" sibTransId="{2451CEC7-5FD6-0E43-83B6-E5B3B0FD0B1F}"/>
    <dgm:cxn modelId="{4891AD09-5E49-48A5-9CC3-4702ED816196}" type="presOf" srcId="{02F40DA6-BF14-314D-AF1B-9CA61DFC52E0}" destId="{D4852B06-D7CE-F54E-B319-6F7CB10A9AFB}" srcOrd="0" destOrd="0" presId="urn:microsoft.com/office/officeart/2008/layout/VerticalCurvedList"/>
    <dgm:cxn modelId="{983FC035-1B68-4FE4-9048-30B09B86ABAA}" type="presOf" srcId="{C8ED743B-6420-DD46-B363-B2488BFB1AC5}" destId="{3364BE2F-C275-9445-83B9-93734A52473C}" srcOrd="0" destOrd="0" presId="urn:microsoft.com/office/officeart/2008/layout/VerticalCurvedList"/>
    <dgm:cxn modelId="{99044941-04D6-AA46-8DE3-EB606B5AE0C3}" srcId="{BF101B0D-F02D-C34B-8D12-0EED5D87723D}" destId="{D7D860BE-B30E-5E46-8136-57770F47A10A}" srcOrd="1" destOrd="0" parTransId="{AF8B281F-2545-6B46-951F-35927F57D5D8}" sibTransId="{198C13ED-BC0A-AB4A-AA20-9918F43BDF89}"/>
    <dgm:cxn modelId="{BA497F51-B650-BB43-9B11-38E0415BDF0E}" srcId="{BF101B0D-F02D-C34B-8D12-0EED5D87723D}" destId="{29ED040C-F9B1-184F-89FD-ADB615E296EF}" srcOrd="2" destOrd="0" parTransId="{81D00A78-24E9-EA4B-A693-4F8266AD2864}" sibTransId="{5CC64AFD-9249-D940-8AF0-B93D1745D5FA}"/>
    <dgm:cxn modelId="{70B6B1BA-05BE-49BB-B146-BDE03F170632}" type="presOf" srcId="{29ED040C-F9B1-184F-89FD-ADB615E296EF}" destId="{FC399A44-7CD0-8D40-82BA-A90647B6ADC4}" srcOrd="0" destOrd="0" presId="urn:microsoft.com/office/officeart/2008/layout/VerticalCurvedList"/>
    <dgm:cxn modelId="{A8164ACE-A36E-4030-9E4A-CE2EDA87B30C}" type="presOf" srcId="{2451CEC7-5FD6-0E43-83B6-E5B3B0FD0B1F}" destId="{331A6D2A-1EB6-7C4E-B576-4BFC2BA5004A}" srcOrd="0" destOrd="0" presId="urn:microsoft.com/office/officeart/2008/layout/VerticalCurvedList"/>
    <dgm:cxn modelId="{C88F8AD2-817B-4D3B-A8C3-BDB811C947EA}" type="presOf" srcId="{D7D860BE-B30E-5E46-8136-57770F47A10A}" destId="{A0A0963B-A0E4-6B49-96B2-387BF5AC691C}" srcOrd="0" destOrd="0" presId="urn:microsoft.com/office/officeart/2008/layout/VerticalCurvedList"/>
    <dgm:cxn modelId="{BEF625EB-211F-5347-B201-3CB19FD2EE45}" srcId="{BF101B0D-F02D-C34B-8D12-0EED5D87723D}" destId="{02F40DA6-BF14-314D-AF1B-9CA61DFC52E0}" srcOrd="3" destOrd="0" parTransId="{9EC895B5-B3F7-5843-A8BA-FCDD249AD621}" sibTransId="{80516CF0-9F21-9040-B230-14DC4A4B11DB}"/>
    <dgm:cxn modelId="{E807D15E-6C44-4C75-8068-73282EEF592A}" type="presParOf" srcId="{188C34FD-3474-494F-82E2-D16678BE259E}" destId="{928FEF9F-268A-854D-AD12-593E9427365F}" srcOrd="0" destOrd="0" presId="urn:microsoft.com/office/officeart/2008/layout/VerticalCurvedList"/>
    <dgm:cxn modelId="{D88FE0A4-5AC4-4ADD-8409-8ADD0B3501C0}" type="presParOf" srcId="{928FEF9F-268A-854D-AD12-593E9427365F}" destId="{530658CC-5D98-5544-859E-B2CB7EA6C18D}" srcOrd="0" destOrd="0" presId="urn:microsoft.com/office/officeart/2008/layout/VerticalCurvedList"/>
    <dgm:cxn modelId="{0692B617-2A55-4D42-A3F0-0BA2F8DA3CA5}" type="presParOf" srcId="{530658CC-5D98-5544-859E-B2CB7EA6C18D}" destId="{150EBDDA-7F00-B646-9373-803DD49D0B0A}" srcOrd="0" destOrd="0" presId="urn:microsoft.com/office/officeart/2008/layout/VerticalCurvedList"/>
    <dgm:cxn modelId="{A7E0CDDB-D86A-459E-8521-42F6F2F8071D}" type="presParOf" srcId="{530658CC-5D98-5544-859E-B2CB7EA6C18D}" destId="{331A6D2A-1EB6-7C4E-B576-4BFC2BA5004A}" srcOrd="1" destOrd="0" presId="urn:microsoft.com/office/officeart/2008/layout/VerticalCurvedList"/>
    <dgm:cxn modelId="{29CAA448-8A44-48AA-81A5-5C93CB277382}" type="presParOf" srcId="{530658CC-5D98-5544-859E-B2CB7EA6C18D}" destId="{7D3DBCBB-3293-674C-A216-C833AED7673D}" srcOrd="2" destOrd="0" presId="urn:microsoft.com/office/officeart/2008/layout/VerticalCurvedList"/>
    <dgm:cxn modelId="{8DC3D5CE-4CB0-4517-A121-20C351884F8F}" type="presParOf" srcId="{530658CC-5D98-5544-859E-B2CB7EA6C18D}" destId="{CF8318B4-BF02-BB4C-BADD-90B89B010C00}" srcOrd="3" destOrd="0" presId="urn:microsoft.com/office/officeart/2008/layout/VerticalCurvedList"/>
    <dgm:cxn modelId="{AE676D12-E6BD-457E-B4A5-D5AFD68C3AEE}" type="presParOf" srcId="{928FEF9F-268A-854D-AD12-593E9427365F}" destId="{3364BE2F-C275-9445-83B9-93734A52473C}" srcOrd="1" destOrd="0" presId="urn:microsoft.com/office/officeart/2008/layout/VerticalCurvedList"/>
    <dgm:cxn modelId="{D967471F-7A12-4E7B-9BF4-2F182647EE0E}" type="presParOf" srcId="{928FEF9F-268A-854D-AD12-593E9427365F}" destId="{2A4874C8-73BA-734A-9A6A-254B2F8E9A25}" srcOrd="2" destOrd="0" presId="urn:microsoft.com/office/officeart/2008/layout/VerticalCurvedList"/>
    <dgm:cxn modelId="{1B43B9DD-2673-44B6-9445-82CC14E4E5F5}" type="presParOf" srcId="{2A4874C8-73BA-734A-9A6A-254B2F8E9A25}" destId="{AA22D328-7A63-8046-A95C-605F4E54E2DB}" srcOrd="0" destOrd="0" presId="urn:microsoft.com/office/officeart/2008/layout/VerticalCurvedList"/>
    <dgm:cxn modelId="{CEAF6A2E-4ED0-40DA-BF64-F28FC2BF92FE}" type="presParOf" srcId="{928FEF9F-268A-854D-AD12-593E9427365F}" destId="{A0A0963B-A0E4-6B49-96B2-387BF5AC691C}" srcOrd="3" destOrd="0" presId="urn:microsoft.com/office/officeart/2008/layout/VerticalCurvedList"/>
    <dgm:cxn modelId="{B143A090-6480-4A69-9E98-E20B78BAADF2}" type="presParOf" srcId="{928FEF9F-268A-854D-AD12-593E9427365F}" destId="{1301741C-6424-984F-9B7E-71D1F3A3D5F5}" srcOrd="4" destOrd="0" presId="urn:microsoft.com/office/officeart/2008/layout/VerticalCurvedList"/>
    <dgm:cxn modelId="{8919C836-8846-43A2-8D9F-05791F9EBFC1}" type="presParOf" srcId="{1301741C-6424-984F-9B7E-71D1F3A3D5F5}" destId="{E76AFCC0-C41A-6F43-A28E-469B89B81F2F}" srcOrd="0" destOrd="0" presId="urn:microsoft.com/office/officeart/2008/layout/VerticalCurvedList"/>
    <dgm:cxn modelId="{364FE081-3C3B-4026-951D-5BC0ADAF3374}" type="presParOf" srcId="{928FEF9F-268A-854D-AD12-593E9427365F}" destId="{FC399A44-7CD0-8D40-82BA-A90647B6ADC4}" srcOrd="5" destOrd="0" presId="urn:microsoft.com/office/officeart/2008/layout/VerticalCurvedList"/>
    <dgm:cxn modelId="{7973C603-37F2-4A3F-BCF6-1D276D0BB8F1}" type="presParOf" srcId="{928FEF9F-268A-854D-AD12-593E9427365F}" destId="{650D8AD9-9DCB-1844-B819-80FCE004D3E3}" srcOrd="6" destOrd="0" presId="urn:microsoft.com/office/officeart/2008/layout/VerticalCurvedList"/>
    <dgm:cxn modelId="{F8E45C14-4D3F-4883-8247-16F2CE9DC878}" type="presParOf" srcId="{650D8AD9-9DCB-1844-B819-80FCE004D3E3}" destId="{96C8784B-8C2D-EC49-B259-947A0A6777AD}" srcOrd="0" destOrd="0" presId="urn:microsoft.com/office/officeart/2008/layout/VerticalCurvedList"/>
    <dgm:cxn modelId="{D4B9E7C4-E409-4583-99E5-BD5C19409FFC}" type="presParOf" srcId="{928FEF9F-268A-854D-AD12-593E9427365F}" destId="{D4852B06-D7CE-F54E-B319-6F7CB10A9AFB}" srcOrd="7" destOrd="0" presId="urn:microsoft.com/office/officeart/2008/layout/VerticalCurvedList"/>
    <dgm:cxn modelId="{BF66B3AE-B08F-4391-AD5D-4ACD41B66CB4}" type="presParOf" srcId="{928FEF9F-268A-854D-AD12-593E9427365F}" destId="{15CDEE17-3EF4-0347-B690-377BBF2BFABA}" srcOrd="8" destOrd="0" presId="urn:microsoft.com/office/officeart/2008/layout/VerticalCurvedList"/>
    <dgm:cxn modelId="{2637A81C-9CB4-4FB3-B3BB-326321E1AB02}" type="presParOf" srcId="{15CDEE17-3EF4-0347-B690-377BBF2BFABA}" destId="{6DDF5091-1AC6-2944-ABA8-A1AD406F4DFB}" srcOrd="0" destOrd="0" presId="urn:microsoft.com/office/officeart/2008/layout/VerticalCurvedList"/>
  </dgm:cxnLst>
  <dgm:bg/>
  <dgm:whole/>
  <dgm:extLst>
    <a:ext uri="http://schemas.microsoft.com/office/drawing/2008/diagram">
      <dsp:dataModelExt xmlns:dsp="http://schemas.microsoft.com/office/drawing/2008/diagram" relId="rId3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F101B0D-F02D-C34B-8D12-0EED5D87723D}" type="doc">
      <dgm:prSet loTypeId="urn:microsoft.com/office/officeart/2005/8/layout/hProcess6" loCatId="" qsTypeId="urn:microsoft.com/office/officeart/2005/8/quickstyle/simple4" qsCatId="simple" csTypeId="urn:microsoft.com/office/officeart/2005/8/colors/colorful2" csCatId="colorful" phldr="1"/>
      <dgm:spPr/>
      <dgm:t>
        <a:bodyPr/>
        <a:lstStyle/>
        <a:p>
          <a:endParaRPr lang="en-US"/>
        </a:p>
      </dgm:t>
    </dgm:pt>
    <dgm:pt modelId="{C8ED743B-6420-DD46-B363-B2488BFB1AC5}">
      <dgm:prSet phldrT="[Text]"/>
      <dgm:spPr>
        <a:solidFill>
          <a:srgbClr val="C00000"/>
        </a:solidFill>
      </dgm:spPr>
      <dgm:t>
        <a:bodyPr/>
        <a:lstStyle/>
        <a:p>
          <a:pPr algn="ctr"/>
          <a:r>
            <a:rPr lang="en-US" dirty="0"/>
            <a:t>A</a:t>
          </a:r>
        </a:p>
      </dgm:t>
    </dgm:pt>
    <dgm:pt modelId="{DED6A933-852C-4447-AF9E-0177039EF7EB}" type="parTrans" cxnId="{D1F02809-47D5-4A44-82C0-5F41B23D87C0}">
      <dgm:prSet/>
      <dgm:spPr/>
      <dgm:t>
        <a:bodyPr/>
        <a:lstStyle/>
        <a:p>
          <a:endParaRPr lang="en-US"/>
        </a:p>
      </dgm:t>
    </dgm:pt>
    <dgm:pt modelId="{2451CEC7-5FD6-0E43-83B6-E5B3B0FD0B1F}" type="sibTrans" cxnId="{D1F02809-47D5-4A44-82C0-5F41B23D87C0}">
      <dgm:prSet/>
      <dgm:spPr>
        <a:solidFill>
          <a:schemeClr val="bg2"/>
        </a:solidFill>
      </dgm:spPr>
      <dgm:t>
        <a:bodyPr/>
        <a:lstStyle/>
        <a:p>
          <a:endParaRPr lang="en-US"/>
        </a:p>
      </dgm:t>
    </dgm:pt>
    <dgm:pt modelId="{D7D860BE-B30E-5E46-8136-57770F47A10A}">
      <dgm:prSet phldrT="[Text]"/>
      <dgm:spPr>
        <a:solidFill>
          <a:srgbClr val="E14621"/>
        </a:solidFill>
      </dgm:spPr>
      <dgm:t>
        <a:bodyPr/>
        <a:lstStyle/>
        <a:p>
          <a:pPr algn="ctr"/>
          <a:r>
            <a:rPr lang="en-US" dirty="0"/>
            <a:t>B</a:t>
          </a:r>
        </a:p>
      </dgm:t>
    </dgm:pt>
    <dgm:pt modelId="{AF8B281F-2545-6B46-951F-35927F57D5D8}" type="parTrans" cxnId="{99044941-04D6-AA46-8DE3-EB606B5AE0C3}">
      <dgm:prSet/>
      <dgm:spPr/>
      <dgm:t>
        <a:bodyPr/>
        <a:lstStyle/>
        <a:p>
          <a:endParaRPr lang="en-US"/>
        </a:p>
      </dgm:t>
    </dgm:pt>
    <dgm:pt modelId="{198C13ED-BC0A-AB4A-AA20-9918F43BDF89}" type="sibTrans" cxnId="{99044941-04D6-AA46-8DE3-EB606B5AE0C3}">
      <dgm:prSet/>
      <dgm:spPr/>
      <dgm:t>
        <a:bodyPr/>
        <a:lstStyle/>
        <a:p>
          <a:endParaRPr lang="en-US"/>
        </a:p>
      </dgm:t>
    </dgm:pt>
    <dgm:pt modelId="{29ED040C-F9B1-184F-89FD-ADB615E296EF}">
      <dgm:prSet phldrT="[Text]"/>
      <dgm:spPr>
        <a:solidFill>
          <a:srgbClr val="EA8222"/>
        </a:solidFill>
      </dgm:spPr>
      <dgm:t>
        <a:bodyPr/>
        <a:lstStyle/>
        <a:p>
          <a:pPr algn="ctr"/>
          <a:r>
            <a:rPr lang="en-US" dirty="0"/>
            <a:t>C</a:t>
          </a:r>
        </a:p>
      </dgm:t>
    </dgm:pt>
    <dgm:pt modelId="{81D00A78-24E9-EA4B-A693-4F8266AD2864}" type="parTrans" cxnId="{BA497F51-B650-BB43-9B11-38E0415BDF0E}">
      <dgm:prSet/>
      <dgm:spPr/>
      <dgm:t>
        <a:bodyPr/>
        <a:lstStyle/>
        <a:p>
          <a:endParaRPr lang="en-US"/>
        </a:p>
      </dgm:t>
    </dgm:pt>
    <dgm:pt modelId="{5CC64AFD-9249-D940-8AF0-B93D1745D5FA}" type="sibTrans" cxnId="{BA497F51-B650-BB43-9B11-38E0415BDF0E}">
      <dgm:prSet/>
      <dgm:spPr/>
      <dgm:t>
        <a:bodyPr/>
        <a:lstStyle/>
        <a:p>
          <a:endParaRPr lang="en-US"/>
        </a:p>
      </dgm:t>
    </dgm:pt>
    <dgm:pt modelId="{02F40DA6-BF14-314D-AF1B-9CA61DFC52E0}">
      <dgm:prSet/>
      <dgm:spPr>
        <a:solidFill>
          <a:srgbClr val="FFC000"/>
        </a:solidFill>
      </dgm:spPr>
      <dgm:t>
        <a:bodyPr/>
        <a:lstStyle/>
        <a:p>
          <a:pPr algn="ctr"/>
          <a:r>
            <a:rPr lang="en-US" dirty="0"/>
            <a:t>D</a:t>
          </a:r>
        </a:p>
      </dgm:t>
    </dgm:pt>
    <dgm:pt modelId="{9EC895B5-B3F7-5843-A8BA-FCDD249AD621}" type="parTrans" cxnId="{BEF625EB-211F-5347-B201-3CB19FD2EE45}">
      <dgm:prSet/>
      <dgm:spPr/>
      <dgm:t>
        <a:bodyPr/>
        <a:lstStyle/>
        <a:p>
          <a:endParaRPr lang="en-US"/>
        </a:p>
      </dgm:t>
    </dgm:pt>
    <dgm:pt modelId="{80516CF0-9F21-9040-B230-14DC4A4B11DB}" type="sibTrans" cxnId="{BEF625EB-211F-5347-B201-3CB19FD2EE45}">
      <dgm:prSet/>
      <dgm:spPr/>
      <dgm:t>
        <a:bodyPr/>
        <a:lstStyle/>
        <a:p>
          <a:endParaRPr lang="en-US"/>
        </a:p>
      </dgm:t>
    </dgm:pt>
    <dgm:pt modelId="{72C7C65F-4C24-FD4B-81FE-C80BBDF372A3}" type="pres">
      <dgm:prSet presAssocID="{BF101B0D-F02D-C34B-8D12-0EED5D87723D}" presName="theList" presStyleCnt="0">
        <dgm:presLayoutVars>
          <dgm:dir/>
          <dgm:animLvl val="lvl"/>
          <dgm:resizeHandles val="exact"/>
        </dgm:presLayoutVars>
      </dgm:prSet>
      <dgm:spPr/>
    </dgm:pt>
    <dgm:pt modelId="{D2EA3397-FC9C-1F47-87AF-DB295112AD7B}" type="pres">
      <dgm:prSet presAssocID="{C8ED743B-6420-DD46-B363-B2488BFB1AC5}" presName="compNode" presStyleCnt="0"/>
      <dgm:spPr/>
    </dgm:pt>
    <dgm:pt modelId="{55CED98C-3131-814E-8808-AE8C223908DA}" type="pres">
      <dgm:prSet presAssocID="{C8ED743B-6420-DD46-B363-B2488BFB1AC5}" presName="noGeometry" presStyleCnt="0"/>
      <dgm:spPr/>
    </dgm:pt>
    <dgm:pt modelId="{DA18EEA7-1EFC-0D4C-A129-7C28EA1ECBE4}" type="pres">
      <dgm:prSet presAssocID="{C8ED743B-6420-DD46-B363-B2488BFB1AC5}" presName="childTextVisible" presStyleLbl="bgAccFollowNode1" presStyleIdx="0" presStyleCnt="4">
        <dgm:presLayoutVars>
          <dgm:bulletEnabled val="1"/>
        </dgm:presLayoutVars>
      </dgm:prSet>
      <dgm:spPr/>
    </dgm:pt>
    <dgm:pt modelId="{FF7C66FF-888A-D24A-B51B-8807AE1778F0}" type="pres">
      <dgm:prSet presAssocID="{C8ED743B-6420-DD46-B363-B2488BFB1AC5}" presName="childTextHidden" presStyleLbl="bgAccFollowNode1" presStyleIdx="0" presStyleCnt="4"/>
      <dgm:spPr/>
    </dgm:pt>
    <dgm:pt modelId="{B775E301-D7CC-B44B-B143-933DD7E237CA}" type="pres">
      <dgm:prSet presAssocID="{C8ED743B-6420-DD46-B363-B2488BFB1AC5}" presName="parentText" presStyleLbl="node1" presStyleIdx="0" presStyleCnt="4">
        <dgm:presLayoutVars>
          <dgm:chMax val="1"/>
          <dgm:bulletEnabled val="1"/>
        </dgm:presLayoutVars>
      </dgm:prSet>
      <dgm:spPr/>
    </dgm:pt>
    <dgm:pt modelId="{6021BEC2-E10F-1E43-8BAE-CF6F31B49598}" type="pres">
      <dgm:prSet presAssocID="{C8ED743B-6420-DD46-B363-B2488BFB1AC5}" presName="aSpace" presStyleCnt="0"/>
      <dgm:spPr/>
    </dgm:pt>
    <dgm:pt modelId="{7015A0E0-920A-F141-B737-AE2B44B4B5DA}" type="pres">
      <dgm:prSet presAssocID="{D7D860BE-B30E-5E46-8136-57770F47A10A}" presName="compNode" presStyleCnt="0"/>
      <dgm:spPr/>
    </dgm:pt>
    <dgm:pt modelId="{2170A360-37BB-EA4B-A555-2632CE67FBF2}" type="pres">
      <dgm:prSet presAssocID="{D7D860BE-B30E-5E46-8136-57770F47A10A}" presName="noGeometry" presStyleCnt="0"/>
      <dgm:spPr/>
    </dgm:pt>
    <dgm:pt modelId="{3FE9730B-ABD4-1140-8D72-F1D3743116F7}" type="pres">
      <dgm:prSet presAssocID="{D7D860BE-B30E-5E46-8136-57770F47A10A}" presName="childTextVisible" presStyleLbl="bgAccFollowNode1" presStyleIdx="1" presStyleCnt="4">
        <dgm:presLayoutVars>
          <dgm:bulletEnabled val="1"/>
        </dgm:presLayoutVars>
      </dgm:prSet>
      <dgm:spPr/>
    </dgm:pt>
    <dgm:pt modelId="{1F112D59-2D6A-4D46-8342-A7123E12E593}" type="pres">
      <dgm:prSet presAssocID="{D7D860BE-B30E-5E46-8136-57770F47A10A}" presName="childTextHidden" presStyleLbl="bgAccFollowNode1" presStyleIdx="1" presStyleCnt="4"/>
      <dgm:spPr/>
    </dgm:pt>
    <dgm:pt modelId="{E86EDCE8-C070-7B4F-806F-AEE6828EB35C}" type="pres">
      <dgm:prSet presAssocID="{D7D860BE-B30E-5E46-8136-57770F47A10A}" presName="parentText" presStyleLbl="node1" presStyleIdx="1" presStyleCnt="4">
        <dgm:presLayoutVars>
          <dgm:chMax val="1"/>
          <dgm:bulletEnabled val="1"/>
        </dgm:presLayoutVars>
      </dgm:prSet>
      <dgm:spPr/>
    </dgm:pt>
    <dgm:pt modelId="{F6D5F467-8E0B-CD40-8789-BDE5C4C73480}" type="pres">
      <dgm:prSet presAssocID="{D7D860BE-B30E-5E46-8136-57770F47A10A}" presName="aSpace" presStyleCnt="0"/>
      <dgm:spPr/>
    </dgm:pt>
    <dgm:pt modelId="{FA93130A-A5C9-C941-A128-70FA410968F7}" type="pres">
      <dgm:prSet presAssocID="{29ED040C-F9B1-184F-89FD-ADB615E296EF}" presName="compNode" presStyleCnt="0"/>
      <dgm:spPr/>
    </dgm:pt>
    <dgm:pt modelId="{3992C297-88B4-F24E-B73D-527CFC352232}" type="pres">
      <dgm:prSet presAssocID="{29ED040C-F9B1-184F-89FD-ADB615E296EF}" presName="noGeometry" presStyleCnt="0"/>
      <dgm:spPr/>
    </dgm:pt>
    <dgm:pt modelId="{82DBAA25-1A63-E645-86E9-3631B077E628}" type="pres">
      <dgm:prSet presAssocID="{29ED040C-F9B1-184F-89FD-ADB615E296EF}" presName="childTextVisible" presStyleLbl="bgAccFollowNode1" presStyleIdx="2" presStyleCnt="4">
        <dgm:presLayoutVars>
          <dgm:bulletEnabled val="1"/>
        </dgm:presLayoutVars>
      </dgm:prSet>
      <dgm:spPr/>
    </dgm:pt>
    <dgm:pt modelId="{5DF1FFB3-CCF2-0D40-AA21-5FA274C3FE43}" type="pres">
      <dgm:prSet presAssocID="{29ED040C-F9B1-184F-89FD-ADB615E296EF}" presName="childTextHidden" presStyleLbl="bgAccFollowNode1" presStyleIdx="2" presStyleCnt="4"/>
      <dgm:spPr/>
    </dgm:pt>
    <dgm:pt modelId="{D2408BD0-29B1-F94F-9DF9-A2A8E14B922E}" type="pres">
      <dgm:prSet presAssocID="{29ED040C-F9B1-184F-89FD-ADB615E296EF}" presName="parentText" presStyleLbl="node1" presStyleIdx="2" presStyleCnt="4">
        <dgm:presLayoutVars>
          <dgm:chMax val="1"/>
          <dgm:bulletEnabled val="1"/>
        </dgm:presLayoutVars>
      </dgm:prSet>
      <dgm:spPr/>
    </dgm:pt>
    <dgm:pt modelId="{0464E7C8-512B-A743-9BDA-848297D749DF}" type="pres">
      <dgm:prSet presAssocID="{29ED040C-F9B1-184F-89FD-ADB615E296EF}" presName="aSpace" presStyleCnt="0"/>
      <dgm:spPr/>
    </dgm:pt>
    <dgm:pt modelId="{4E20DED3-B040-DF4F-A8E1-A91BF6FCC31C}" type="pres">
      <dgm:prSet presAssocID="{02F40DA6-BF14-314D-AF1B-9CA61DFC52E0}" presName="compNode" presStyleCnt="0"/>
      <dgm:spPr/>
    </dgm:pt>
    <dgm:pt modelId="{4936723F-7F42-1440-9FB9-5672814619C3}" type="pres">
      <dgm:prSet presAssocID="{02F40DA6-BF14-314D-AF1B-9CA61DFC52E0}" presName="noGeometry" presStyleCnt="0"/>
      <dgm:spPr/>
    </dgm:pt>
    <dgm:pt modelId="{D571A133-5628-7246-A52E-E4E0C3A1B986}" type="pres">
      <dgm:prSet presAssocID="{02F40DA6-BF14-314D-AF1B-9CA61DFC52E0}" presName="childTextVisible" presStyleLbl="bgAccFollowNode1" presStyleIdx="3" presStyleCnt="4">
        <dgm:presLayoutVars>
          <dgm:bulletEnabled val="1"/>
        </dgm:presLayoutVars>
      </dgm:prSet>
      <dgm:spPr/>
    </dgm:pt>
    <dgm:pt modelId="{4AFB2E36-C422-5943-86D4-9EA30E983849}" type="pres">
      <dgm:prSet presAssocID="{02F40DA6-BF14-314D-AF1B-9CA61DFC52E0}" presName="childTextHidden" presStyleLbl="bgAccFollowNode1" presStyleIdx="3" presStyleCnt="4"/>
      <dgm:spPr/>
    </dgm:pt>
    <dgm:pt modelId="{410AB9C4-8DCE-0B4E-A16C-AC93F1D8B120}" type="pres">
      <dgm:prSet presAssocID="{02F40DA6-BF14-314D-AF1B-9CA61DFC52E0}" presName="parentText" presStyleLbl="node1" presStyleIdx="3" presStyleCnt="4">
        <dgm:presLayoutVars>
          <dgm:chMax val="1"/>
          <dgm:bulletEnabled val="1"/>
        </dgm:presLayoutVars>
      </dgm:prSet>
      <dgm:spPr/>
    </dgm:pt>
  </dgm:ptLst>
  <dgm:cxnLst>
    <dgm:cxn modelId="{D1F02809-47D5-4A44-82C0-5F41B23D87C0}" srcId="{BF101B0D-F02D-C34B-8D12-0EED5D87723D}" destId="{C8ED743B-6420-DD46-B363-B2488BFB1AC5}" srcOrd="0" destOrd="0" parTransId="{DED6A933-852C-4447-AF9E-0177039EF7EB}" sibTransId="{2451CEC7-5FD6-0E43-83B6-E5B3B0FD0B1F}"/>
    <dgm:cxn modelId="{99044941-04D6-AA46-8DE3-EB606B5AE0C3}" srcId="{BF101B0D-F02D-C34B-8D12-0EED5D87723D}" destId="{D7D860BE-B30E-5E46-8136-57770F47A10A}" srcOrd="1" destOrd="0" parTransId="{AF8B281F-2545-6B46-951F-35927F57D5D8}" sibTransId="{198C13ED-BC0A-AB4A-AA20-9918F43BDF89}"/>
    <dgm:cxn modelId="{FA068B6B-38DD-4666-9292-365E4E0CA755}" type="presOf" srcId="{02F40DA6-BF14-314D-AF1B-9CA61DFC52E0}" destId="{410AB9C4-8DCE-0B4E-A16C-AC93F1D8B120}" srcOrd="0" destOrd="0" presId="urn:microsoft.com/office/officeart/2005/8/layout/hProcess6"/>
    <dgm:cxn modelId="{AA798E6E-059B-43A4-AE6F-97022CA5A374}" type="presOf" srcId="{BF101B0D-F02D-C34B-8D12-0EED5D87723D}" destId="{72C7C65F-4C24-FD4B-81FE-C80BBDF372A3}" srcOrd="0" destOrd="0" presId="urn:microsoft.com/office/officeart/2005/8/layout/hProcess6"/>
    <dgm:cxn modelId="{BA497F51-B650-BB43-9B11-38E0415BDF0E}" srcId="{BF101B0D-F02D-C34B-8D12-0EED5D87723D}" destId="{29ED040C-F9B1-184F-89FD-ADB615E296EF}" srcOrd="2" destOrd="0" parTransId="{81D00A78-24E9-EA4B-A693-4F8266AD2864}" sibTransId="{5CC64AFD-9249-D940-8AF0-B93D1745D5FA}"/>
    <dgm:cxn modelId="{2632B37B-257F-4866-B51C-CF5CA69BC750}" type="presOf" srcId="{C8ED743B-6420-DD46-B363-B2488BFB1AC5}" destId="{B775E301-D7CC-B44B-B143-933DD7E237CA}" srcOrd="0" destOrd="0" presId="urn:microsoft.com/office/officeart/2005/8/layout/hProcess6"/>
    <dgm:cxn modelId="{E4D17DB1-3F2F-45FF-8E04-CB15AC0AB394}" type="presOf" srcId="{29ED040C-F9B1-184F-89FD-ADB615E296EF}" destId="{D2408BD0-29B1-F94F-9DF9-A2A8E14B922E}" srcOrd="0" destOrd="0" presId="urn:microsoft.com/office/officeart/2005/8/layout/hProcess6"/>
    <dgm:cxn modelId="{B8D844D2-CECE-4251-9094-8C20427A5B90}" type="presOf" srcId="{D7D860BE-B30E-5E46-8136-57770F47A10A}" destId="{E86EDCE8-C070-7B4F-806F-AEE6828EB35C}" srcOrd="0" destOrd="0" presId="urn:microsoft.com/office/officeart/2005/8/layout/hProcess6"/>
    <dgm:cxn modelId="{BEF625EB-211F-5347-B201-3CB19FD2EE45}" srcId="{BF101B0D-F02D-C34B-8D12-0EED5D87723D}" destId="{02F40DA6-BF14-314D-AF1B-9CA61DFC52E0}" srcOrd="3" destOrd="0" parTransId="{9EC895B5-B3F7-5843-A8BA-FCDD249AD621}" sibTransId="{80516CF0-9F21-9040-B230-14DC4A4B11DB}"/>
    <dgm:cxn modelId="{4628FDC7-375A-4691-B3EE-FA5055F9E04E}" type="presParOf" srcId="{72C7C65F-4C24-FD4B-81FE-C80BBDF372A3}" destId="{D2EA3397-FC9C-1F47-87AF-DB295112AD7B}" srcOrd="0" destOrd="0" presId="urn:microsoft.com/office/officeart/2005/8/layout/hProcess6"/>
    <dgm:cxn modelId="{5F36475C-057E-4A9D-BE65-A045A8EEB43F}" type="presParOf" srcId="{D2EA3397-FC9C-1F47-87AF-DB295112AD7B}" destId="{55CED98C-3131-814E-8808-AE8C223908DA}" srcOrd="0" destOrd="0" presId="urn:microsoft.com/office/officeart/2005/8/layout/hProcess6"/>
    <dgm:cxn modelId="{0332DF75-ACAE-413C-87AF-4CB0376D3AB8}" type="presParOf" srcId="{D2EA3397-FC9C-1F47-87AF-DB295112AD7B}" destId="{DA18EEA7-1EFC-0D4C-A129-7C28EA1ECBE4}" srcOrd="1" destOrd="0" presId="urn:microsoft.com/office/officeart/2005/8/layout/hProcess6"/>
    <dgm:cxn modelId="{9B6BAF9E-61FC-46BA-8D04-0097FE72760F}" type="presParOf" srcId="{D2EA3397-FC9C-1F47-87AF-DB295112AD7B}" destId="{FF7C66FF-888A-D24A-B51B-8807AE1778F0}" srcOrd="2" destOrd="0" presId="urn:microsoft.com/office/officeart/2005/8/layout/hProcess6"/>
    <dgm:cxn modelId="{00917898-C680-46CB-B0E6-1DB614C845F6}" type="presParOf" srcId="{D2EA3397-FC9C-1F47-87AF-DB295112AD7B}" destId="{B775E301-D7CC-B44B-B143-933DD7E237CA}" srcOrd="3" destOrd="0" presId="urn:microsoft.com/office/officeart/2005/8/layout/hProcess6"/>
    <dgm:cxn modelId="{90F784C6-D1F5-4CB4-8834-95F544C1630E}" type="presParOf" srcId="{72C7C65F-4C24-FD4B-81FE-C80BBDF372A3}" destId="{6021BEC2-E10F-1E43-8BAE-CF6F31B49598}" srcOrd="1" destOrd="0" presId="urn:microsoft.com/office/officeart/2005/8/layout/hProcess6"/>
    <dgm:cxn modelId="{C1BDC131-4339-4DC4-A695-BB77AF876C01}" type="presParOf" srcId="{72C7C65F-4C24-FD4B-81FE-C80BBDF372A3}" destId="{7015A0E0-920A-F141-B737-AE2B44B4B5DA}" srcOrd="2" destOrd="0" presId="urn:microsoft.com/office/officeart/2005/8/layout/hProcess6"/>
    <dgm:cxn modelId="{398C6272-C5F5-4AF9-9B25-A0BD5434AD03}" type="presParOf" srcId="{7015A0E0-920A-F141-B737-AE2B44B4B5DA}" destId="{2170A360-37BB-EA4B-A555-2632CE67FBF2}" srcOrd="0" destOrd="0" presId="urn:microsoft.com/office/officeart/2005/8/layout/hProcess6"/>
    <dgm:cxn modelId="{60B0D5F3-A829-4F03-B5A4-D0B2A24BE9B3}" type="presParOf" srcId="{7015A0E0-920A-F141-B737-AE2B44B4B5DA}" destId="{3FE9730B-ABD4-1140-8D72-F1D3743116F7}" srcOrd="1" destOrd="0" presId="urn:microsoft.com/office/officeart/2005/8/layout/hProcess6"/>
    <dgm:cxn modelId="{31865CFB-8E3C-43E7-BDD2-0C146394E60A}" type="presParOf" srcId="{7015A0E0-920A-F141-B737-AE2B44B4B5DA}" destId="{1F112D59-2D6A-4D46-8342-A7123E12E593}" srcOrd="2" destOrd="0" presId="urn:microsoft.com/office/officeart/2005/8/layout/hProcess6"/>
    <dgm:cxn modelId="{835532E6-7183-4E80-8105-9DABC1CD0DEC}" type="presParOf" srcId="{7015A0E0-920A-F141-B737-AE2B44B4B5DA}" destId="{E86EDCE8-C070-7B4F-806F-AEE6828EB35C}" srcOrd="3" destOrd="0" presId="urn:microsoft.com/office/officeart/2005/8/layout/hProcess6"/>
    <dgm:cxn modelId="{F3731557-ECBD-45FA-962C-499E948804B2}" type="presParOf" srcId="{72C7C65F-4C24-FD4B-81FE-C80BBDF372A3}" destId="{F6D5F467-8E0B-CD40-8789-BDE5C4C73480}" srcOrd="3" destOrd="0" presId="urn:microsoft.com/office/officeart/2005/8/layout/hProcess6"/>
    <dgm:cxn modelId="{ABB7A45A-2002-42C0-AC79-A23C0B23FFD4}" type="presParOf" srcId="{72C7C65F-4C24-FD4B-81FE-C80BBDF372A3}" destId="{FA93130A-A5C9-C941-A128-70FA410968F7}" srcOrd="4" destOrd="0" presId="urn:microsoft.com/office/officeart/2005/8/layout/hProcess6"/>
    <dgm:cxn modelId="{D2EB5984-12FC-455D-802B-ADC87FC728F2}" type="presParOf" srcId="{FA93130A-A5C9-C941-A128-70FA410968F7}" destId="{3992C297-88B4-F24E-B73D-527CFC352232}" srcOrd="0" destOrd="0" presId="urn:microsoft.com/office/officeart/2005/8/layout/hProcess6"/>
    <dgm:cxn modelId="{A85D0028-511F-4435-90D3-1134FB7C8309}" type="presParOf" srcId="{FA93130A-A5C9-C941-A128-70FA410968F7}" destId="{82DBAA25-1A63-E645-86E9-3631B077E628}" srcOrd="1" destOrd="0" presId="urn:microsoft.com/office/officeart/2005/8/layout/hProcess6"/>
    <dgm:cxn modelId="{4FB77BF1-AFD5-434F-BACF-BF678E89B120}" type="presParOf" srcId="{FA93130A-A5C9-C941-A128-70FA410968F7}" destId="{5DF1FFB3-CCF2-0D40-AA21-5FA274C3FE43}" srcOrd="2" destOrd="0" presId="urn:microsoft.com/office/officeart/2005/8/layout/hProcess6"/>
    <dgm:cxn modelId="{5CAD1F8E-5D77-4BB1-A71C-E6732C3EE692}" type="presParOf" srcId="{FA93130A-A5C9-C941-A128-70FA410968F7}" destId="{D2408BD0-29B1-F94F-9DF9-A2A8E14B922E}" srcOrd="3" destOrd="0" presId="urn:microsoft.com/office/officeart/2005/8/layout/hProcess6"/>
    <dgm:cxn modelId="{47467304-58ED-4715-9F9B-2D95A86147DC}" type="presParOf" srcId="{72C7C65F-4C24-FD4B-81FE-C80BBDF372A3}" destId="{0464E7C8-512B-A743-9BDA-848297D749DF}" srcOrd="5" destOrd="0" presId="urn:microsoft.com/office/officeart/2005/8/layout/hProcess6"/>
    <dgm:cxn modelId="{2F360E70-F760-4E57-AA06-5D9D73E0E733}" type="presParOf" srcId="{72C7C65F-4C24-FD4B-81FE-C80BBDF372A3}" destId="{4E20DED3-B040-DF4F-A8E1-A91BF6FCC31C}" srcOrd="6" destOrd="0" presId="urn:microsoft.com/office/officeart/2005/8/layout/hProcess6"/>
    <dgm:cxn modelId="{FC37F58E-D28F-4ABE-8AB0-D03F17925040}" type="presParOf" srcId="{4E20DED3-B040-DF4F-A8E1-A91BF6FCC31C}" destId="{4936723F-7F42-1440-9FB9-5672814619C3}" srcOrd="0" destOrd="0" presId="urn:microsoft.com/office/officeart/2005/8/layout/hProcess6"/>
    <dgm:cxn modelId="{C7A3C933-31FF-460D-856E-CE10D2A5C82B}" type="presParOf" srcId="{4E20DED3-B040-DF4F-A8E1-A91BF6FCC31C}" destId="{D571A133-5628-7246-A52E-E4E0C3A1B986}" srcOrd="1" destOrd="0" presId="urn:microsoft.com/office/officeart/2005/8/layout/hProcess6"/>
    <dgm:cxn modelId="{EDB690CB-601D-4050-B647-1A893EEDD7E0}" type="presParOf" srcId="{4E20DED3-B040-DF4F-A8E1-A91BF6FCC31C}" destId="{4AFB2E36-C422-5943-86D4-9EA30E983849}" srcOrd="2" destOrd="0" presId="urn:microsoft.com/office/officeart/2005/8/layout/hProcess6"/>
    <dgm:cxn modelId="{87AA4B61-763C-43C8-BAFE-43258D939E7B}" type="presParOf" srcId="{4E20DED3-B040-DF4F-A8E1-A91BF6FCC31C}" destId="{410AB9C4-8DCE-0B4E-A16C-AC93F1D8B120}" srcOrd="3" destOrd="0" presId="urn:microsoft.com/office/officeart/2005/8/layout/hProcess6"/>
  </dgm:cxnLst>
  <dgm:bg/>
  <dgm:whole/>
  <dgm:extLst>
    <a:ext uri="http://schemas.microsoft.com/office/drawing/2008/diagram">
      <dsp:dataModelExt xmlns:dsp="http://schemas.microsoft.com/office/drawing/2008/diagram" relId="rId43"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F101B0D-F02D-C34B-8D12-0EED5D87723D}" type="doc">
      <dgm:prSet loTypeId="urn:microsoft.com/office/officeart/2005/8/layout/gear1" loCatId="" qsTypeId="urn:microsoft.com/office/officeart/2005/8/quickstyle/simple4" qsCatId="simple" csTypeId="urn:microsoft.com/office/officeart/2005/8/colors/colorful2" csCatId="colorful" phldr="1"/>
      <dgm:spPr/>
      <dgm:t>
        <a:bodyPr/>
        <a:lstStyle/>
        <a:p>
          <a:endParaRPr lang="en-US"/>
        </a:p>
      </dgm:t>
    </dgm:pt>
    <dgm:pt modelId="{C8ED743B-6420-DD46-B363-B2488BFB1AC5}">
      <dgm:prSet phldrT="[Text]"/>
      <dgm:spPr>
        <a:solidFill>
          <a:srgbClr val="C00000"/>
        </a:solidFill>
      </dgm:spPr>
      <dgm:t>
        <a:bodyPr/>
        <a:lstStyle/>
        <a:p>
          <a:pPr algn="ctr"/>
          <a:r>
            <a:rPr lang="en-US" dirty="0"/>
            <a:t>A</a:t>
          </a:r>
        </a:p>
      </dgm:t>
    </dgm:pt>
    <dgm:pt modelId="{DED6A933-852C-4447-AF9E-0177039EF7EB}" type="parTrans" cxnId="{D1F02809-47D5-4A44-82C0-5F41B23D87C0}">
      <dgm:prSet/>
      <dgm:spPr/>
      <dgm:t>
        <a:bodyPr/>
        <a:lstStyle/>
        <a:p>
          <a:endParaRPr lang="en-US"/>
        </a:p>
      </dgm:t>
    </dgm:pt>
    <dgm:pt modelId="{2451CEC7-5FD6-0E43-83B6-E5B3B0FD0B1F}" type="sibTrans" cxnId="{D1F02809-47D5-4A44-82C0-5F41B23D87C0}">
      <dgm:prSet/>
      <dgm:spPr>
        <a:solidFill>
          <a:schemeClr val="bg2"/>
        </a:solidFill>
      </dgm:spPr>
      <dgm:t>
        <a:bodyPr/>
        <a:lstStyle/>
        <a:p>
          <a:endParaRPr lang="en-US"/>
        </a:p>
      </dgm:t>
    </dgm:pt>
    <dgm:pt modelId="{D7D860BE-B30E-5E46-8136-57770F47A10A}">
      <dgm:prSet phldrT="[Text]"/>
      <dgm:spPr>
        <a:solidFill>
          <a:srgbClr val="E14621"/>
        </a:solidFill>
      </dgm:spPr>
      <dgm:t>
        <a:bodyPr/>
        <a:lstStyle/>
        <a:p>
          <a:pPr algn="ctr"/>
          <a:r>
            <a:rPr lang="en-US" dirty="0"/>
            <a:t>B</a:t>
          </a:r>
        </a:p>
      </dgm:t>
    </dgm:pt>
    <dgm:pt modelId="{AF8B281F-2545-6B46-951F-35927F57D5D8}" type="parTrans" cxnId="{99044941-04D6-AA46-8DE3-EB606B5AE0C3}">
      <dgm:prSet/>
      <dgm:spPr/>
      <dgm:t>
        <a:bodyPr/>
        <a:lstStyle/>
        <a:p>
          <a:endParaRPr lang="en-US"/>
        </a:p>
      </dgm:t>
    </dgm:pt>
    <dgm:pt modelId="{198C13ED-BC0A-AB4A-AA20-9918F43BDF89}" type="sibTrans" cxnId="{99044941-04D6-AA46-8DE3-EB606B5AE0C3}">
      <dgm:prSet/>
      <dgm:spPr/>
      <dgm:t>
        <a:bodyPr/>
        <a:lstStyle/>
        <a:p>
          <a:endParaRPr lang="en-US"/>
        </a:p>
      </dgm:t>
    </dgm:pt>
    <dgm:pt modelId="{29ED040C-F9B1-184F-89FD-ADB615E296EF}">
      <dgm:prSet phldrT="[Text]"/>
      <dgm:spPr>
        <a:solidFill>
          <a:srgbClr val="EA8222"/>
        </a:solidFill>
      </dgm:spPr>
      <dgm:t>
        <a:bodyPr/>
        <a:lstStyle/>
        <a:p>
          <a:pPr algn="ctr"/>
          <a:r>
            <a:rPr lang="en-US" dirty="0"/>
            <a:t>C</a:t>
          </a:r>
        </a:p>
      </dgm:t>
    </dgm:pt>
    <dgm:pt modelId="{81D00A78-24E9-EA4B-A693-4F8266AD2864}" type="parTrans" cxnId="{BA497F51-B650-BB43-9B11-38E0415BDF0E}">
      <dgm:prSet/>
      <dgm:spPr/>
      <dgm:t>
        <a:bodyPr/>
        <a:lstStyle/>
        <a:p>
          <a:endParaRPr lang="en-US"/>
        </a:p>
      </dgm:t>
    </dgm:pt>
    <dgm:pt modelId="{5CC64AFD-9249-D940-8AF0-B93D1745D5FA}" type="sibTrans" cxnId="{BA497F51-B650-BB43-9B11-38E0415BDF0E}">
      <dgm:prSet/>
      <dgm:spPr/>
      <dgm:t>
        <a:bodyPr/>
        <a:lstStyle/>
        <a:p>
          <a:endParaRPr lang="en-US"/>
        </a:p>
      </dgm:t>
    </dgm:pt>
    <dgm:pt modelId="{C492EB27-30BD-B04C-835F-D9A19C006A42}" type="pres">
      <dgm:prSet presAssocID="{BF101B0D-F02D-C34B-8D12-0EED5D87723D}" presName="composite" presStyleCnt="0">
        <dgm:presLayoutVars>
          <dgm:chMax val="3"/>
          <dgm:animLvl val="lvl"/>
          <dgm:resizeHandles val="exact"/>
        </dgm:presLayoutVars>
      </dgm:prSet>
      <dgm:spPr/>
    </dgm:pt>
    <dgm:pt modelId="{687C38DE-035F-D64F-AA44-11DB3278B4F5}" type="pres">
      <dgm:prSet presAssocID="{C8ED743B-6420-DD46-B363-B2488BFB1AC5}" presName="gear1" presStyleLbl="node1" presStyleIdx="0" presStyleCnt="3" custLinFactNeighborX="4040">
        <dgm:presLayoutVars>
          <dgm:chMax val="1"/>
          <dgm:bulletEnabled val="1"/>
        </dgm:presLayoutVars>
      </dgm:prSet>
      <dgm:spPr/>
    </dgm:pt>
    <dgm:pt modelId="{BC09C129-20AF-044A-B48C-BFAAF2DF6CE7}" type="pres">
      <dgm:prSet presAssocID="{C8ED743B-6420-DD46-B363-B2488BFB1AC5}" presName="gear1srcNode" presStyleLbl="node1" presStyleIdx="0" presStyleCnt="3"/>
      <dgm:spPr/>
    </dgm:pt>
    <dgm:pt modelId="{2F5F203B-454C-D443-83A5-88E957E71FAA}" type="pres">
      <dgm:prSet presAssocID="{C8ED743B-6420-DD46-B363-B2488BFB1AC5}" presName="gear1dstNode" presStyleLbl="node1" presStyleIdx="0" presStyleCnt="3"/>
      <dgm:spPr/>
    </dgm:pt>
    <dgm:pt modelId="{966856A9-26C3-E94D-936E-70D4D74215D3}" type="pres">
      <dgm:prSet presAssocID="{D7D860BE-B30E-5E46-8136-57770F47A10A}" presName="gear2" presStyleLbl="node1" presStyleIdx="1" presStyleCnt="3">
        <dgm:presLayoutVars>
          <dgm:chMax val="1"/>
          <dgm:bulletEnabled val="1"/>
        </dgm:presLayoutVars>
      </dgm:prSet>
      <dgm:spPr/>
    </dgm:pt>
    <dgm:pt modelId="{997C16D0-B6E9-664D-9DA7-3A9C2801F325}" type="pres">
      <dgm:prSet presAssocID="{D7D860BE-B30E-5E46-8136-57770F47A10A}" presName="gear2srcNode" presStyleLbl="node1" presStyleIdx="1" presStyleCnt="3"/>
      <dgm:spPr/>
    </dgm:pt>
    <dgm:pt modelId="{438BE7D1-8537-0F41-A5B5-3AA0446705A7}" type="pres">
      <dgm:prSet presAssocID="{D7D860BE-B30E-5E46-8136-57770F47A10A}" presName="gear2dstNode" presStyleLbl="node1" presStyleIdx="1" presStyleCnt="3"/>
      <dgm:spPr/>
    </dgm:pt>
    <dgm:pt modelId="{0C6822A5-B65E-5947-8CEC-5017AD822A13}" type="pres">
      <dgm:prSet presAssocID="{29ED040C-F9B1-184F-89FD-ADB615E296EF}" presName="gear3" presStyleLbl="node1" presStyleIdx="2" presStyleCnt="3"/>
      <dgm:spPr/>
    </dgm:pt>
    <dgm:pt modelId="{5D71BECA-230E-1A4C-A3E9-6167B9703FFF}" type="pres">
      <dgm:prSet presAssocID="{29ED040C-F9B1-184F-89FD-ADB615E296EF}" presName="gear3tx" presStyleLbl="node1" presStyleIdx="2" presStyleCnt="3">
        <dgm:presLayoutVars>
          <dgm:chMax val="1"/>
          <dgm:bulletEnabled val="1"/>
        </dgm:presLayoutVars>
      </dgm:prSet>
      <dgm:spPr/>
    </dgm:pt>
    <dgm:pt modelId="{37566560-023A-A143-9FC9-3407E6C02259}" type="pres">
      <dgm:prSet presAssocID="{29ED040C-F9B1-184F-89FD-ADB615E296EF}" presName="gear3srcNode" presStyleLbl="node1" presStyleIdx="2" presStyleCnt="3"/>
      <dgm:spPr/>
    </dgm:pt>
    <dgm:pt modelId="{732817A5-FEED-FD4B-8C10-139FF733894F}" type="pres">
      <dgm:prSet presAssocID="{29ED040C-F9B1-184F-89FD-ADB615E296EF}" presName="gear3dstNode" presStyleLbl="node1" presStyleIdx="2" presStyleCnt="3"/>
      <dgm:spPr/>
    </dgm:pt>
    <dgm:pt modelId="{DC2C16C3-9BC4-ED40-A7BB-36B56461BA75}" type="pres">
      <dgm:prSet presAssocID="{2451CEC7-5FD6-0E43-83B6-E5B3B0FD0B1F}" presName="connector1" presStyleLbl="sibTrans2D1" presStyleIdx="0" presStyleCnt="3"/>
      <dgm:spPr/>
    </dgm:pt>
    <dgm:pt modelId="{59069CE4-15BA-784C-A195-D36107034E67}" type="pres">
      <dgm:prSet presAssocID="{198C13ED-BC0A-AB4A-AA20-9918F43BDF89}" presName="connector2" presStyleLbl="sibTrans2D1" presStyleIdx="1" presStyleCnt="3"/>
      <dgm:spPr/>
    </dgm:pt>
    <dgm:pt modelId="{D9AA8D98-023E-BA46-BB79-DFAC360B8F60}" type="pres">
      <dgm:prSet presAssocID="{5CC64AFD-9249-D940-8AF0-B93D1745D5FA}" presName="connector3" presStyleLbl="sibTrans2D1" presStyleIdx="2" presStyleCnt="3"/>
      <dgm:spPr/>
    </dgm:pt>
  </dgm:ptLst>
  <dgm:cxnLst>
    <dgm:cxn modelId="{091EEF05-5493-4B40-9AEE-E9A54893E91A}" type="presOf" srcId="{29ED040C-F9B1-184F-89FD-ADB615E296EF}" destId="{37566560-023A-A143-9FC9-3407E6C02259}" srcOrd="2" destOrd="0" presId="urn:microsoft.com/office/officeart/2005/8/layout/gear1"/>
    <dgm:cxn modelId="{D1F02809-47D5-4A44-82C0-5F41B23D87C0}" srcId="{BF101B0D-F02D-C34B-8D12-0EED5D87723D}" destId="{C8ED743B-6420-DD46-B363-B2488BFB1AC5}" srcOrd="0" destOrd="0" parTransId="{DED6A933-852C-4447-AF9E-0177039EF7EB}" sibTransId="{2451CEC7-5FD6-0E43-83B6-E5B3B0FD0B1F}"/>
    <dgm:cxn modelId="{1CE0A117-78B2-42DD-8805-B4217D1A7E1B}" type="presOf" srcId="{198C13ED-BC0A-AB4A-AA20-9918F43BDF89}" destId="{59069CE4-15BA-784C-A195-D36107034E67}" srcOrd="0" destOrd="0" presId="urn:microsoft.com/office/officeart/2005/8/layout/gear1"/>
    <dgm:cxn modelId="{BBD50D24-EEB8-4920-A1B8-D73C51BFE3CF}" type="presOf" srcId="{29ED040C-F9B1-184F-89FD-ADB615E296EF}" destId="{0C6822A5-B65E-5947-8CEC-5017AD822A13}" srcOrd="0" destOrd="0" presId="urn:microsoft.com/office/officeart/2005/8/layout/gear1"/>
    <dgm:cxn modelId="{96676D5F-C0D4-4F46-B292-214EAA9D3734}" type="presOf" srcId="{BF101B0D-F02D-C34B-8D12-0EED5D87723D}" destId="{C492EB27-30BD-B04C-835F-D9A19C006A42}" srcOrd="0" destOrd="0" presId="urn:microsoft.com/office/officeart/2005/8/layout/gear1"/>
    <dgm:cxn modelId="{99044941-04D6-AA46-8DE3-EB606B5AE0C3}" srcId="{BF101B0D-F02D-C34B-8D12-0EED5D87723D}" destId="{D7D860BE-B30E-5E46-8136-57770F47A10A}" srcOrd="1" destOrd="0" parTransId="{AF8B281F-2545-6B46-951F-35927F57D5D8}" sibTransId="{198C13ED-BC0A-AB4A-AA20-9918F43BDF89}"/>
    <dgm:cxn modelId="{AEB1CB62-F8E7-45DC-A508-B7EA00100015}" type="presOf" srcId="{C8ED743B-6420-DD46-B363-B2488BFB1AC5}" destId="{2F5F203B-454C-D443-83A5-88E957E71FAA}" srcOrd="2" destOrd="0" presId="urn:microsoft.com/office/officeart/2005/8/layout/gear1"/>
    <dgm:cxn modelId="{C316CF42-92CF-4171-B05E-94096F62C15B}" type="presOf" srcId="{C8ED743B-6420-DD46-B363-B2488BFB1AC5}" destId="{687C38DE-035F-D64F-AA44-11DB3278B4F5}" srcOrd="0" destOrd="0" presId="urn:microsoft.com/office/officeart/2005/8/layout/gear1"/>
    <dgm:cxn modelId="{62100867-2923-489E-AFA6-9D6BA6E291A5}" type="presOf" srcId="{C8ED743B-6420-DD46-B363-B2488BFB1AC5}" destId="{BC09C129-20AF-044A-B48C-BFAAF2DF6CE7}" srcOrd="1" destOrd="0" presId="urn:microsoft.com/office/officeart/2005/8/layout/gear1"/>
    <dgm:cxn modelId="{BA497F51-B650-BB43-9B11-38E0415BDF0E}" srcId="{BF101B0D-F02D-C34B-8D12-0EED5D87723D}" destId="{29ED040C-F9B1-184F-89FD-ADB615E296EF}" srcOrd="2" destOrd="0" parTransId="{81D00A78-24E9-EA4B-A693-4F8266AD2864}" sibTransId="{5CC64AFD-9249-D940-8AF0-B93D1745D5FA}"/>
    <dgm:cxn modelId="{8237687D-8987-4DB1-A189-1A703A7F880F}" type="presOf" srcId="{D7D860BE-B30E-5E46-8136-57770F47A10A}" destId="{438BE7D1-8537-0F41-A5B5-3AA0446705A7}" srcOrd="2" destOrd="0" presId="urn:microsoft.com/office/officeart/2005/8/layout/gear1"/>
    <dgm:cxn modelId="{3122DD9D-5D6E-44E3-8288-3529DBC87862}" type="presOf" srcId="{D7D860BE-B30E-5E46-8136-57770F47A10A}" destId="{997C16D0-B6E9-664D-9DA7-3A9C2801F325}" srcOrd="1" destOrd="0" presId="urn:microsoft.com/office/officeart/2005/8/layout/gear1"/>
    <dgm:cxn modelId="{176FD1A7-316D-4B7D-BDDD-9DE4EE4DA388}" type="presOf" srcId="{D7D860BE-B30E-5E46-8136-57770F47A10A}" destId="{966856A9-26C3-E94D-936E-70D4D74215D3}" srcOrd="0" destOrd="0" presId="urn:microsoft.com/office/officeart/2005/8/layout/gear1"/>
    <dgm:cxn modelId="{CE57EFB7-C27C-49F8-A0B3-4A9DA423D519}" type="presOf" srcId="{2451CEC7-5FD6-0E43-83B6-E5B3B0FD0B1F}" destId="{DC2C16C3-9BC4-ED40-A7BB-36B56461BA75}" srcOrd="0" destOrd="0" presId="urn:microsoft.com/office/officeart/2005/8/layout/gear1"/>
    <dgm:cxn modelId="{65AA1EC4-E34D-4639-8FC4-3352B58A53A0}" type="presOf" srcId="{5CC64AFD-9249-D940-8AF0-B93D1745D5FA}" destId="{D9AA8D98-023E-BA46-BB79-DFAC360B8F60}" srcOrd="0" destOrd="0" presId="urn:microsoft.com/office/officeart/2005/8/layout/gear1"/>
    <dgm:cxn modelId="{F69E7ADF-4066-4FA9-BAA1-7EABFC2B8DE6}" type="presOf" srcId="{29ED040C-F9B1-184F-89FD-ADB615E296EF}" destId="{5D71BECA-230E-1A4C-A3E9-6167B9703FFF}" srcOrd="1" destOrd="0" presId="urn:microsoft.com/office/officeart/2005/8/layout/gear1"/>
    <dgm:cxn modelId="{A53D59F8-A12A-4BF6-8E7B-BF96E700FD5B}" type="presOf" srcId="{29ED040C-F9B1-184F-89FD-ADB615E296EF}" destId="{732817A5-FEED-FD4B-8C10-139FF733894F}" srcOrd="3" destOrd="0" presId="urn:microsoft.com/office/officeart/2005/8/layout/gear1"/>
    <dgm:cxn modelId="{FA760714-43DB-4630-858F-20BD881E9E55}" type="presParOf" srcId="{C492EB27-30BD-B04C-835F-D9A19C006A42}" destId="{687C38DE-035F-D64F-AA44-11DB3278B4F5}" srcOrd="0" destOrd="0" presId="urn:microsoft.com/office/officeart/2005/8/layout/gear1"/>
    <dgm:cxn modelId="{C905A9F4-1671-495A-AACD-E562F3947C8F}" type="presParOf" srcId="{C492EB27-30BD-B04C-835F-D9A19C006A42}" destId="{BC09C129-20AF-044A-B48C-BFAAF2DF6CE7}" srcOrd="1" destOrd="0" presId="urn:microsoft.com/office/officeart/2005/8/layout/gear1"/>
    <dgm:cxn modelId="{36098F1C-CB9F-4C7C-8973-0F65FBF2E193}" type="presParOf" srcId="{C492EB27-30BD-B04C-835F-D9A19C006A42}" destId="{2F5F203B-454C-D443-83A5-88E957E71FAA}" srcOrd="2" destOrd="0" presId="urn:microsoft.com/office/officeart/2005/8/layout/gear1"/>
    <dgm:cxn modelId="{630FFA17-005D-4D23-B09A-DC5A0B441158}" type="presParOf" srcId="{C492EB27-30BD-B04C-835F-D9A19C006A42}" destId="{966856A9-26C3-E94D-936E-70D4D74215D3}" srcOrd="3" destOrd="0" presId="urn:microsoft.com/office/officeart/2005/8/layout/gear1"/>
    <dgm:cxn modelId="{DAEF83BD-2C35-4B90-8BF9-0B197C7D8303}" type="presParOf" srcId="{C492EB27-30BD-B04C-835F-D9A19C006A42}" destId="{997C16D0-B6E9-664D-9DA7-3A9C2801F325}" srcOrd="4" destOrd="0" presId="urn:microsoft.com/office/officeart/2005/8/layout/gear1"/>
    <dgm:cxn modelId="{819EFBB6-4F84-44E4-A516-4BDCF99D9624}" type="presParOf" srcId="{C492EB27-30BD-B04C-835F-D9A19C006A42}" destId="{438BE7D1-8537-0F41-A5B5-3AA0446705A7}" srcOrd="5" destOrd="0" presId="urn:microsoft.com/office/officeart/2005/8/layout/gear1"/>
    <dgm:cxn modelId="{C6B169C0-811D-4ADD-9C06-87E1704B47A7}" type="presParOf" srcId="{C492EB27-30BD-B04C-835F-D9A19C006A42}" destId="{0C6822A5-B65E-5947-8CEC-5017AD822A13}" srcOrd="6" destOrd="0" presId="urn:microsoft.com/office/officeart/2005/8/layout/gear1"/>
    <dgm:cxn modelId="{5366DD3F-551F-4817-9F42-14B1AB0C0001}" type="presParOf" srcId="{C492EB27-30BD-B04C-835F-D9A19C006A42}" destId="{5D71BECA-230E-1A4C-A3E9-6167B9703FFF}" srcOrd="7" destOrd="0" presId="urn:microsoft.com/office/officeart/2005/8/layout/gear1"/>
    <dgm:cxn modelId="{54A41933-DE80-4E6C-83E0-9D60FB6FFB90}" type="presParOf" srcId="{C492EB27-30BD-B04C-835F-D9A19C006A42}" destId="{37566560-023A-A143-9FC9-3407E6C02259}" srcOrd="8" destOrd="0" presId="urn:microsoft.com/office/officeart/2005/8/layout/gear1"/>
    <dgm:cxn modelId="{0401A17D-59C6-4CB9-96F2-E9141DC1B0B1}" type="presParOf" srcId="{C492EB27-30BD-B04C-835F-D9A19C006A42}" destId="{732817A5-FEED-FD4B-8C10-139FF733894F}" srcOrd="9" destOrd="0" presId="urn:microsoft.com/office/officeart/2005/8/layout/gear1"/>
    <dgm:cxn modelId="{1331E54D-B9F4-40DA-AB63-33FCD67CB6E4}" type="presParOf" srcId="{C492EB27-30BD-B04C-835F-D9A19C006A42}" destId="{DC2C16C3-9BC4-ED40-A7BB-36B56461BA75}" srcOrd="10" destOrd="0" presId="urn:microsoft.com/office/officeart/2005/8/layout/gear1"/>
    <dgm:cxn modelId="{58E168F5-93A6-4F1C-8628-31F695D221AF}" type="presParOf" srcId="{C492EB27-30BD-B04C-835F-D9A19C006A42}" destId="{59069CE4-15BA-784C-A195-D36107034E67}" srcOrd="11" destOrd="0" presId="urn:microsoft.com/office/officeart/2005/8/layout/gear1"/>
    <dgm:cxn modelId="{1A38571C-B286-4EB8-A052-6647E93A243E}" type="presParOf" srcId="{C492EB27-30BD-B04C-835F-D9A19C006A42}" destId="{D9AA8D98-023E-BA46-BB79-DFAC360B8F60}" srcOrd="12" destOrd="0" presId="urn:microsoft.com/office/officeart/2005/8/layout/gear1"/>
  </dgm:cxnLst>
  <dgm:bg/>
  <dgm:whole/>
  <dgm:extLst>
    <a:ext uri="http://schemas.microsoft.com/office/drawing/2008/diagram">
      <dsp:dataModelExt xmlns:dsp="http://schemas.microsoft.com/office/drawing/2008/diagram" relId="rId4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F101B0D-F02D-C34B-8D12-0EED5D87723D}" type="doc">
      <dgm:prSet loTypeId="urn:microsoft.com/office/officeart/2005/8/layout/venn3" loCatId="" qsTypeId="urn:microsoft.com/office/officeart/2005/8/quickstyle/simple4" qsCatId="simple" csTypeId="urn:microsoft.com/office/officeart/2005/8/colors/colorful2" csCatId="colorful" phldr="1"/>
      <dgm:spPr/>
      <dgm:t>
        <a:bodyPr/>
        <a:lstStyle/>
        <a:p>
          <a:endParaRPr lang="en-US"/>
        </a:p>
      </dgm:t>
    </dgm:pt>
    <dgm:pt modelId="{C8ED743B-6420-DD46-B363-B2488BFB1AC5}">
      <dgm:prSet phldrT="[Text]"/>
      <dgm:spPr>
        <a:solidFill>
          <a:srgbClr val="C00000"/>
        </a:solidFill>
      </dgm:spPr>
      <dgm:t>
        <a:bodyPr/>
        <a:lstStyle/>
        <a:p>
          <a:pPr algn="ctr"/>
          <a:r>
            <a:rPr lang="en-US" dirty="0"/>
            <a:t>A</a:t>
          </a:r>
        </a:p>
      </dgm:t>
    </dgm:pt>
    <dgm:pt modelId="{DED6A933-852C-4447-AF9E-0177039EF7EB}" type="parTrans" cxnId="{D1F02809-47D5-4A44-82C0-5F41B23D87C0}">
      <dgm:prSet/>
      <dgm:spPr/>
      <dgm:t>
        <a:bodyPr/>
        <a:lstStyle/>
        <a:p>
          <a:endParaRPr lang="en-US"/>
        </a:p>
      </dgm:t>
    </dgm:pt>
    <dgm:pt modelId="{2451CEC7-5FD6-0E43-83B6-E5B3B0FD0B1F}" type="sibTrans" cxnId="{D1F02809-47D5-4A44-82C0-5F41B23D87C0}">
      <dgm:prSet/>
      <dgm:spPr>
        <a:solidFill>
          <a:schemeClr val="bg2"/>
        </a:solidFill>
      </dgm:spPr>
      <dgm:t>
        <a:bodyPr/>
        <a:lstStyle/>
        <a:p>
          <a:endParaRPr lang="en-US"/>
        </a:p>
      </dgm:t>
    </dgm:pt>
    <dgm:pt modelId="{D7D860BE-B30E-5E46-8136-57770F47A10A}">
      <dgm:prSet phldrT="[Text]"/>
      <dgm:spPr>
        <a:solidFill>
          <a:srgbClr val="E14621"/>
        </a:solidFill>
      </dgm:spPr>
      <dgm:t>
        <a:bodyPr/>
        <a:lstStyle/>
        <a:p>
          <a:pPr algn="ctr"/>
          <a:r>
            <a:rPr lang="en-US" dirty="0"/>
            <a:t>B</a:t>
          </a:r>
        </a:p>
      </dgm:t>
    </dgm:pt>
    <dgm:pt modelId="{AF8B281F-2545-6B46-951F-35927F57D5D8}" type="parTrans" cxnId="{99044941-04D6-AA46-8DE3-EB606B5AE0C3}">
      <dgm:prSet/>
      <dgm:spPr/>
      <dgm:t>
        <a:bodyPr/>
        <a:lstStyle/>
        <a:p>
          <a:endParaRPr lang="en-US"/>
        </a:p>
      </dgm:t>
    </dgm:pt>
    <dgm:pt modelId="{198C13ED-BC0A-AB4A-AA20-9918F43BDF89}" type="sibTrans" cxnId="{99044941-04D6-AA46-8DE3-EB606B5AE0C3}">
      <dgm:prSet/>
      <dgm:spPr/>
      <dgm:t>
        <a:bodyPr/>
        <a:lstStyle/>
        <a:p>
          <a:endParaRPr lang="en-US"/>
        </a:p>
      </dgm:t>
    </dgm:pt>
    <dgm:pt modelId="{29ED040C-F9B1-184F-89FD-ADB615E296EF}">
      <dgm:prSet phldrT="[Text]"/>
      <dgm:spPr>
        <a:solidFill>
          <a:srgbClr val="EA8222"/>
        </a:solidFill>
      </dgm:spPr>
      <dgm:t>
        <a:bodyPr/>
        <a:lstStyle/>
        <a:p>
          <a:pPr algn="ctr"/>
          <a:r>
            <a:rPr lang="en-US" dirty="0"/>
            <a:t>C</a:t>
          </a:r>
        </a:p>
      </dgm:t>
    </dgm:pt>
    <dgm:pt modelId="{81D00A78-24E9-EA4B-A693-4F8266AD2864}" type="parTrans" cxnId="{BA497F51-B650-BB43-9B11-38E0415BDF0E}">
      <dgm:prSet/>
      <dgm:spPr/>
      <dgm:t>
        <a:bodyPr/>
        <a:lstStyle/>
        <a:p>
          <a:endParaRPr lang="en-US"/>
        </a:p>
      </dgm:t>
    </dgm:pt>
    <dgm:pt modelId="{5CC64AFD-9249-D940-8AF0-B93D1745D5FA}" type="sibTrans" cxnId="{BA497F51-B650-BB43-9B11-38E0415BDF0E}">
      <dgm:prSet/>
      <dgm:spPr/>
      <dgm:t>
        <a:bodyPr/>
        <a:lstStyle/>
        <a:p>
          <a:endParaRPr lang="en-US"/>
        </a:p>
      </dgm:t>
    </dgm:pt>
    <dgm:pt modelId="{02F40DA6-BF14-314D-AF1B-9CA61DFC52E0}">
      <dgm:prSet/>
      <dgm:spPr>
        <a:solidFill>
          <a:srgbClr val="FFC000"/>
        </a:solidFill>
      </dgm:spPr>
      <dgm:t>
        <a:bodyPr/>
        <a:lstStyle/>
        <a:p>
          <a:pPr algn="ctr"/>
          <a:r>
            <a:rPr lang="en-US" dirty="0"/>
            <a:t>D</a:t>
          </a:r>
        </a:p>
      </dgm:t>
    </dgm:pt>
    <dgm:pt modelId="{9EC895B5-B3F7-5843-A8BA-FCDD249AD621}" type="parTrans" cxnId="{BEF625EB-211F-5347-B201-3CB19FD2EE45}">
      <dgm:prSet/>
      <dgm:spPr/>
      <dgm:t>
        <a:bodyPr/>
        <a:lstStyle/>
        <a:p>
          <a:endParaRPr lang="en-US"/>
        </a:p>
      </dgm:t>
    </dgm:pt>
    <dgm:pt modelId="{80516CF0-9F21-9040-B230-14DC4A4B11DB}" type="sibTrans" cxnId="{BEF625EB-211F-5347-B201-3CB19FD2EE45}">
      <dgm:prSet/>
      <dgm:spPr/>
      <dgm:t>
        <a:bodyPr/>
        <a:lstStyle/>
        <a:p>
          <a:endParaRPr lang="en-US"/>
        </a:p>
      </dgm:t>
    </dgm:pt>
    <dgm:pt modelId="{A5A91A86-29DA-A24B-B033-5DA64E3A45E0}" type="pres">
      <dgm:prSet presAssocID="{BF101B0D-F02D-C34B-8D12-0EED5D87723D}" presName="Name0" presStyleCnt="0">
        <dgm:presLayoutVars>
          <dgm:dir/>
          <dgm:resizeHandles val="exact"/>
        </dgm:presLayoutVars>
      </dgm:prSet>
      <dgm:spPr/>
    </dgm:pt>
    <dgm:pt modelId="{E5E6F435-660A-1F4F-A74F-AB151C14F5C4}" type="pres">
      <dgm:prSet presAssocID="{C8ED743B-6420-DD46-B363-B2488BFB1AC5}" presName="Name5" presStyleLbl="vennNode1" presStyleIdx="0" presStyleCnt="4">
        <dgm:presLayoutVars>
          <dgm:bulletEnabled val="1"/>
        </dgm:presLayoutVars>
      </dgm:prSet>
      <dgm:spPr/>
    </dgm:pt>
    <dgm:pt modelId="{394AFE58-A01B-3C4C-A5FC-ECBE32C604EA}" type="pres">
      <dgm:prSet presAssocID="{2451CEC7-5FD6-0E43-83B6-E5B3B0FD0B1F}" presName="space" presStyleCnt="0"/>
      <dgm:spPr/>
    </dgm:pt>
    <dgm:pt modelId="{A36C78B0-1FF4-3048-AE16-67275D89E389}" type="pres">
      <dgm:prSet presAssocID="{D7D860BE-B30E-5E46-8136-57770F47A10A}" presName="Name5" presStyleLbl="vennNode1" presStyleIdx="1" presStyleCnt="4">
        <dgm:presLayoutVars>
          <dgm:bulletEnabled val="1"/>
        </dgm:presLayoutVars>
      </dgm:prSet>
      <dgm:spPr/>
    </dgm:pt>
    <dgm:pt modelId="{523C44AA-0215-7F49-8B7D-BB903DC9C99F}" type="pres">
      <dgm:prSet presAssocID="{198C13ED-BC0A-AB4A-AA20-9918F43BDF89}" presName="space" presStyleCnt="0"/>
      <dgm:spPr/>
    </dgm:pt>
    <dgm:pt modelId="{E3877A37-5CC7-0347-B058-756AA002DC4F}" type="pres">
      <dgm:prSet presAssocID="{29ED040C-F9B1-184F-89FD-ADB615E296EF}" presName="Name5" presStyleLbl="vennNode1" presStyleIdx="2" presStyleCnt="4">
        <dgm:presLayoutVars>
          <dgm:bulletEnabled val="1"/>
        </dgm:presLayoutVars>
      </dgm:prSet>
      <dgm:spPr/>
    </dgm:pt>
    <dgm:pt modelId="{92DADCC6-5517-2C4E-89EE-6FBBC422EC0F}" type="pres">
      <dgm:prSet presAssocID="{5CC64AFD-9249-D940-8AF0-B93D1745D5FA}" presName="space" presStyleCnt="0"/>
      <dgm:spPr/>
    </dgm:pt>
    <dgm:pt modelId="{D684AAF8-59CF-0D49-BD50-561ABEA013DC}" type="pres">
      <dgm:prSet presAssocID="{02F40DA6-BF14-314D-AF1B-9CA61DFC52E0}" presName="Name5" presStyleLbl="vennNode1" presStyleIdx="3" presStyleCnt="4">
        <dgm:presLayoutVars>
          <dgm:bulletEnabled val="1"/>
        </dgm:presLayoutVars>
      </dgm:prSet>
      <dgm:spPr/>
    </dgm:pt>
  </dgm:ptLst>
  <dgm:cxnLst>
    <dgm:cxn modelId="{D1F02809-47D5-4A44-82C0-5F41B23D87C0}" srcId="{BF101B0D-F02D-C34B-8D12-0EED5D87723D}" destId="{C8ED743B-6420-DD46-B363-B2488BFB1AC5}" srcOrd="0" destOrd="0" parTransId="{DED6A933-852C-4447-AF9E-0177039EF7EB}" sibTransId="{2451CEC7-5FD6-0E43-83B6-E5B3B0FD0B1F}"/>
    <dgm:cxn modelId="{99044941-04D6-AA46-8DE3-EB606B5AE0C3}" srcId="{BF101B0D-F02D-C34B-8D12-0EED5D87723D}" destId="{D7D860BE-B30E-5E46-8136-57770F47A10A}" srcOrd="1" destOrd="0" parTransId="{AF8B281F-2545-6B46-951F-35927F57D5D8}" sibTransId="{198C13ED-BC0A-AB4A-AA20-9918F43BDF89}"/>
    <dgm:cxn modelId="{ACFFA545-3C18-4AD4-8656-ED3D0E48F86D}" type="presOf" srcId="{D7D860BE-B30E-5E46-8136-57770F47A10A}" destId="{A36C78B0-1FF4-3048-AE16-67275D89E389}" srcOrd="0" destOrd="0" presId="urn:microsoft.com/office/officeart/2005/8/layout/venn3"/>
    <dgm:cxn modelId="{BA497F51-B650-BB43-9B11-38E0415BDF0E}" srcId="{BF101B0D-F02D-C34B-8D12-0EED5D87723D}" destId="{29ED040C-F9B1-184F-89FD-ADB615E296EF}" srcOrd="2" destOrd="0" parTransId="{81D00A78-24E9-EA4B-A693-4F8266AD2864}" sibTransId="{5CC64AFD-9249-D940-8AF0-B93D1745D5FA}"/>
    <dgm:cxn modelId="{FC2C4994-B033-4390-A282-67A048739A22}" type="presOf" srcId="{BF101B0D-F02D-C34B-8D12-0EED5D87723D}" destId="{A5A91A86-29DA-A24B-B033-5DA64E3A45E0}" srcOrd="0" destOrd="0" presId="urn:microsoft.com/office/officeart/2005/8/layout/venn3"/>
    <dgm:cxn modelId="{FD682FC0-91B2-4007-96B3-9EDC3D0546C1}" type="presOf" srcId="{C8ED743B-6420-DD46-B363-B2488BFB1AC5}" destId="{E5E6F435-660A-1F4F-A74F-AB151C14F5C4}" srcOrd="0" destOrd="0" presId="urn:microsoft.com/office/officeart/2005/8/layout/venn3"/>
    <dgm:cxn modelId="{95DE4BC5-042B-4DA7-AC65-EA2EAEB31CB5}" type="presOf" srcId="{02F40DA6-BF14-314D-AF1B-9CA61DFC52E0}" destId="{D684AAF8-59CF-0D49-BD50-561ABEA013DC}" srcOrd="0" destOrd="0" presId="urn:microsoft.com/office/officeart/2005/8/layout/venn3"/>
    <dgm:cxn modelId="{D61847CA-A8A0-4AE9-8B70-63A6EF6053DB}" type="presOf" srcId="{29ED040C-F9B1-184F-89FD-ADB615E296EF}" destId="{E3877A37-5CC7-0347-B058-756AA002DC4F}" srcOrd="0" destOrd="0" presId="urn:microsoft.com/office/officeart/2005/8/layout/venn3"/>
    <dgm:cxn modelId="{BEF625EB-211F-5347-B201-3CB19FD2EE45}" srcId="{BF101B0D-F02D-C34B-8D12-0EED5D87723D}" destId="{02F40DA6-BF14-314D-AF1B-9CA61DFC52E0}" srcOrd="3" destOrd="0" parTransId="{9EC895B5-B3F7-5843-A8BA-FCDD249AD621}" sibTransId="{80516CF0-9F21-9040-B230-14DC4A4B11DB}"/>
    <dgm:cxn modelId="{E35BD4C9-26C7-4041-89CD-613F0E2067A6}" type="presParOf" srcId="{A5A91A86-29DA-A24B-B033-5DA64E3A45E0}" destId="{E5E6F435-660A-1F4F-A74F-AB151C14F5C4}" srcOrd="0" destOrd="0" presId="urn:microsoft.com/office/officeart/2005/8/layout/venn3"/>
    <dgm:cxn modelId="{931385D3-B368-466E-96A2-63985B479F9E}" type="presParOf" srcId="{A5A91A86-29DA-A24B-B033-5DA64E3A45E0}" destId="{394AFE58-A01B-3C4C-A5FC-ECBE32C604EA}" srcOrd="1" destOrd="0" presId="urn:microsoft.com/office/officeart/2005/8/layout/venn3"/>
    <dgm:cxn modelId="{AF1A8607-7934-4A33-A7E5-DEC19CA3561C}" type="presParOf" srcId="{A5A91A86-29DA-A24B-B033-5DA64E3A45E0}" destId="{A36C78B0-1FF4-3048-AE16-67275D89E389}" srcOrd="2" destOrd="0" presId="urn:microsoft.com/office/officeart/2005/8/layout/venn3"/>
    <dgm:cxn modelId="{F6B62A83-FD88-42F0-AE02-AFC25FEC2EED}" type="presParOf" srcId="{A5A91A86-29DA-A24B-B033-5DA64E3A45E0}" destId="{523C44AA-0215-7F49-8B7D-BB903DC9C99F}" srcOrd="3" destOrd="0" presId="urn:microsoft.com/office/officeart/2005/8/layout/venn3"/>
    <dgm:cxn modelId="{3388323A-FA3A-456A-9CF4-2AC88BFEC12B}" type="presParOf" srcId="{A5A91A86-29DA-A24B-B033-5DA64E3A45E0}" destId="{E3877A37-5CC7-0347-B058-756AA002DC4F}" srcOrd="4" destOrd="0" presId="urn:microsoft.com/office/officeart/2005/8/layout/venn3"/>
    <dgm:cxn modelId="{15909D01-0846-4FF8-98A2-A41ECDFF7C66}" type="presParOf" srcId="{A5A91A86-29DA-A24B-B033-5DA64E3A45E0}" destId="{92DADCC6-5517-2C4E-89EE-6FBBC422EC0F}" srcOrd="5" destOrd="0" presId="urn:microsoft.com/office/officeart/2005/8/layout/venn3"/>
    <dgm:cxn modelId="{F57958CB-E1CB-4E3F-8DEA-9A29AF0D5B42}" type="presParOf" srcId="{A5A91A86-29DA-A24B-B033-5DA64E3A45E0}" destId="{D684AAF8-59CF-0D49-BD50-561ABEA013DC}" srcOrd="6" destOrd="0" presId="urn:microsoft.com/office/officeart/2005/8/layout/venn3"/>
  </dgm:cxnLst>
  <dgm:bg/>
  <dgm:whole/>
  <dgm:extLst>
    <a:ext uri="http://schemas.microsoft.com/office/drawing/2008/diagram">
      <dsp:dataModelExt xmlns:dsp="http://schemas.microsoft.com/office/drawing/2008/diagram" relId="rId53"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F101B0D-F02D-C34B-8D12-0EED5D87723D}" type="doc">
      <dgm:prSet loTypeId="urn:microsoft.com/office/officeart/2005/8/layout/chart3" loCatId="" qsTypeId="urn:microsoft.com/office/officeart/2005/8/quickstyle/simple4" qsCatId="simple" csTypeId="urn:microsoft.com/office/officeart/2005/8/colors/colorful2" csCatId="colorful" phldr="1"/>
      <dgm:spPr/>
      <dgm:t>
        <a:bodyPr/>
        <a:lstStyle/>
        <a:p>
          <a:endParaRPr lang="en-US"/>
        </a:p>
      </dgm:t>
    </dgm:pt>
    <dgm:pt modelId="{C8ED743B-6420-DD46-B363-B2488BFB1AC5}">
      <dgm:prSet phldrT="[Text]"/>
      <dgm:spPr>
        <a:solidFill>
          <a:srgbClr val="C00000"/>
        </a:solidFill>
      </dgm:spPr>
      <dgm:t>
        <a:bodyPr/>
        <a:lstStyle/>
        <a:p>
          <a:pPr algn="ctr"/>
          <a:r>
            <a:rPr lang="en-US" dirty="0"/>
            <a:t>A</a:t>
          </a:r>
        </a:p>
      </dgm:t>
    </dgm:pt>
    <dgm:pt modelId="{DED6A933-852C-4447-AF9E-0177039EF7EB}" type="parTrans" cxnId="{D1F02809-47D5-4A44-82C0-5F41B23D87C0}">
      <dgm:prSet/>
      <dgm:spPr/>
      <dgm:t>
        <a:bodyPr/>
        <a:lstStyle/>
        <a:p>
          <a:endParaRPr lang="en-US"/>
        </a:p>
      </dgm:t>
    </dgm:pt>
    <dgm:pt modelId="{2451CEC7-5FD6-0E43-83B6-E5B3B0FD0B1F}" type="sibTrans" cxnId="{D1F02809-47D5-4A44-82C0-5F41B23D87C0}">
      <dgm:prSet/>
      <dgm:spPr>
        <a:solidFill>
          <a:schemeClr val="bg2"/>
        </a:solidFill>
      </dgm:spPr>
      <dgm:t>
        <a:bodyPr/>
        <a:lstStyle/>
        <a:p>
          <a:endParaRPr lang="en-US"/>
        </a:p>
      </dgm:t>
    </dgm:pt>
    <dgm:pt modelId="{D7D860BE-B30E-5E46-8136-57770F47A10A}">
      <dgm:prSet phldrT="[Text]"/>
      <dgm:spPr>
        <a:solidFill>
          <a:srgbClr val="E14621"/>
        </a:solidFill>
      </dgm:spPr>
      <dgm:t>
        <a:bodyPr/>
        <a:lstStyle/>
        <a:p>
          <a:pPr algn="ctr"/>
          <a:r>
            <a:rPr lang="en-US" dirty="0"/>
            <a:t>B</a:t>
          </a:r>
        </a:p>
      </dgm:t>
    </dgm:pt>
    <dgm:pt modelId="{AF8B281F-2545-6B46-951F-35927F57D5D8}" type="parTrans" cxnId="{99044941-04D6-AA46-8DE3-EB606B5AE0C3}">
      <dgm:prSet/>
      <dgm:spPr/>
      <dgm:t>
        <a:bodyPr/>
        <a:lstStyle/>
        <a:p>
          <a:endParaRPr lang="en-US"/>
        </a:p>
      </dgm:t>
    </dgm:pt>
    <dgm:pt modelId="{198C13ED-BC0A-AB4A-AA20-9918F43BDF89}" type="sibTrans" cxnId="{99044941-04D6-AA46-8DE3-EB606B5AE0C3}">
      <dgm:prSet/>
      <dgm:spPr/>
      <dgm:t>
        <a:bodyPr/>
        <a:lstStyle/>
        <a:p>
          <a:endParaRPr lang="en-US"/>
        </a:p>
      </dgm:t>
    </dgm:pt>
    <dgm:pt modelId="{29ED040C-F9B1-184F-89FD-ADB615E296EF}">
      <dgm:prSet phldrT="[Text]"/>
      <dgm:spPr>
        <a:solidFill>
          <a:srgbClr val="EA8222"/>
        </a:solidFill>
      </dgm:spPr>
      <dgm:t>
        <a:bodyPr/>
        <a:lstStyle/>
        <a:p>
          <a:pPr algn="ctr"/>
          <a:r>
            <a:rPr lang="en-US" dirty="0"/>
            <a:t>C</a:t>
          </a:r>
        </a:p>
      </dgm:t>
    </dgm:pt>
    <dgm:pt modelId="{81D00A78-24E9-EA4B-A693-4F8266AD2864}" type="parTrans" cxnId="{BA497F51-B650-BB43-9B11-38E0415BDF0E}">
      <dgm:prSet/>
      <dgm:spPr/>
      <dgm:t>
        <a:bodyPr/>
        <a:lstStyle/>
        <a:p>
          <a:endParaRPr lang="en-US"/>
        </a:p>
      </dgm:t>
    </dgm:pt>
    <dgm:pt modelId="{5CC64AFD-9249-D940-8AF0-B93D1745D5FA}" type="sibTrans" cxnId="{BA497F51-B650-BB43-9B11-38E0415BDF0E}">
      <dgm:prSet/>
      <dgm:spPr/>
      <dgm:t>
        <a:bodyPr/>
        <a:lstStyle/>
        <a:p>
          <a:endParaRPr lang="en-US"/>
        </a:p>
      </dgm:t>
    </dgm:pt>
    <dgm:pt modelId="{02F40DA6-BF14-314D-AF1B-9CA61DFC52E0}">
      <dgm:prSet/>
      <dgm:spPr>
        <a:solidFill>
          <a:srgbClr val="FFC000"/>
        </a:solidFill>
      </dgm:spPr>
      <dgm:t>
        <a:bodyPr/>
        <a:lstStyle/>
        <a:p>
          <a:pPr algn="ctr"/>
          <a:r>
            <a:rPr lang="en-US" dirty="0"/>
            <a:t>D</a:t>
          </a:r>
        </a:p>
      </dgm:t>
    </dgm:pt>
    <dgm:pt modelId="{9EC895B5-B3F7-5843-A8BA-FCDD249AD621}" type="parTrans" cxnId="{BEF625EB-211F-5347-B201-3CB19FD2EE45}">
      <dgm:prSet/>
      <dgm:spPr/>
      <dgm:t>
        <a:bodyPr/>
        <a:lstStyle/>
        <a:p>
          <a:endParaRPr lang="en-US"/>
        </a:p>
      </dgm:t>
    </dgm:pt>
    <dgm:pt modelId="{80516CF0-9F21-9040-B230-14DC4A4B11DB}" type="sibTrans" cxnId="{BEF625EB-211F-5347-B201-3CB19FD2EE45}">
      <dgm:prSet/>
      <dgm:spPr/>
      <dgm:t>
        <a:bodyPr/>
        <a:lstStyle/>
        <a:p>
          <a:endParaRPr lang="en-US"/>
        </a:p>
      </dgm:t>
    </dgm:pt>
    <dgm:pt modelId="{D1E9CF9E-0925-6845-B5D5-EB0A920E1CEB}" type="pres">
      <dgm:prSet presAssocID="{BF101B0D-F02D-C34B-8D12-0EED5D87723D}" presName="compositeShape" presStyleCnt="0">
        <dgm:presLayoutVars>
          <dgm:chMax val="7"/>
          <dgm:dir/>
          <dgm:resizeHandles val="exact"/>
        </dgm:presLayoutVars>
      </dgm:prSet>
      <dgm:spPr/>
    </dgm:pt>
    <dgm:pt modelId="{FD028377-BC3D-B94C-9C50-51334415FD87}" type="pres">
      <dgm:prSet presAssocID="{BF101B0D-F02D-C34B-8D12-0EED5D87723D}" presName="wedge1" presStyleLbl="node1" presStyleIdx="0" presStyleCnt="4"/>
      <dgm:spPr/>
    </dgm:pt>
    <dgm:pt modelId="{CD558ED5-6E1F-694B-B113-8299650AF230}" type="pres">
      <dgm:prSet presAssocID="{BF101B0D-F02D-C34B-8D12-0EED5D87723D}" presName="wedge1Tx" presStyleLbl="node1" presStyleIdx="0" presStyleCnt="4">
        <dgm:presLayoutVars>
          <dgm:chMax val="0"/>
          <dgm:chPref val="0"/>
          <dgm:bulletEnabled val="1"/>
        </dgm:presLayoutVars>
      </dgm:prSet>
      <dgm:spPr/>
    </dgm:pt>
    <dgm:pt modelId="{AFC53CA4-E21F-1649-97E3-1AE2AA3D6593}" type="pres">
      <dgm:prSet presAssocID="{BF101B0D-F02D-C34B-8D12-0EED5D87723D}" presName="wedge2" presStyleLbl="node1" presStyleIdx="1" presStyleCnt="4"/>
      <dgm:spPr/>
    </dgm:pt>
    <dgm:pt modelId="{B574433E-2A2E-9641-A843-835F6DB53D61}" type="pres">
      <dgm:prSet presAssocID="{BF101B0D-F02D-C34B-8D12-0EED5D87723D}" presName="wedge2Tx" presStyleLbl="node1" presStyleIdx="1" presStyleCnt="4">
        <dgm:presLayoutVars>
          <dgm:chMax val="0"/>
          <dgm:chPref val="0"/>
          <dgm:bulletEnabled val="1"/>
        </dgm:presLayoutVars>
      </dgm:prSet>
      <dgm:spPr/>
    </dgm:pt>
    <dgm:pt modelId="{1F40D6AB-10C2-BE45-9BE1-3E92C3DE1EE5}" type="pres">
      <dgm:prSet presAssocID="{BF101B0D-F02D-C34B-8D12-0EED5D87723D}" presName="wedge3" presStyleLbl="node1" presStyleIdx="2" presStyleCnt="4"/>
      <dgm:spPr/>
    </dgm:pt>
    <dgm:pt modelId="{CF9FC267-5CB7-674D-970C-D2AD2AFF6BA1}" type="pres">
      <dgm:prSet presAssocID="{BF101B0D-F02D-C34B-8D12-0EED5D87723D}" presName="wedge3Tx" presStyleLbl="node1" presStyleIdx="2" presStyleCnt="4">
        <dgm:presLayoutVars>
          <dgm:chMax val="0"/>
          <dgm:chPref val="0"/>
          <dgm:bulletEnabled val="1"/>
        </dgm:presLayoutVars>
      </dgm:prSet>
      <dgm:spPr/>
    </dgm:pt>
    <dgm:pt modelId="{630A687C-8959-3344-9692-E4071C254E1A}" type="pres">
      <dgm:prSet presAssocID="{BF101B0D-F02D-C34B-8D12-0EED5D87723D}" presName="wedge4" presStyleLbl="node1" presStyleIdx="3" presStyleCnt="4"/>
      <dgm:spPr/>
    </dgm:pt>
    <dgm:pt modelId="{8797DF93-5D60-3D41-A2EA-A5CCC9B0EDA5}" type="pres">
      <dgm:prSet presAssocID="{BF101B0D-F02D-C34B-8D12-0EED5D87723D}" presName="wedge4Tx" presStyleLbl="node1" presStyleIdx="3" presStyleCnt="4">
        <dgm:presLayoutVars>
          <dgm:chMax val="0"/>
          <dgm:chPref val="0"/>
          <dgm:bulletEnabled val="1"/>
        </dgm:presLayoutVars>
      </dgm:prSet>
      <dgm:spPr/>
    </dgm:pt>
  </dgm:ptLst>
  <dgm:cxnLst>
    <dgm:cxn modelId="{D1F02809-47D5-4A44-82C0-5F41B23D87C0}" srcId="{BF101B0D-F02D-C34B-8D12-0EED5D87723D}" destId="{C8ED743B-6420-DD46-B363-B2488BFB1AC5}" srcOrd="0" destOrd="0" parTransId="{DED6A933-852C-4447-AF9E-0177039EF7EB}" sibTransId="{2451CEC7-5FD6-0E43-83B6-E5B3B0FD0B1F}"/>
    <dgm:cxn modelId="{BEACAE0C-DB40-4D6B-AA5A-B4348A5A0242}" type="presOf" srcId="{02F40DA6-BF14-314D-AF1B-9CA61DFC52E0}" destId="{630A687C-8959-3344-9692-E4071C254E1A}" srcOrd="0" destOrd="0" presId="urn:microsoft.com/office/officeart/2005/8/layout/chart3"/>
    <dgm:cxn modelId="{1D35B840-0954-4167-A362-8CF7D7A9266C}" type="presOf" srcId="{02F40DA6-BF14-314D-AF1B-9CA61DFC52E0}" destId="{8797DF93-5D60-3D41-A2EA-A5CCC9B0EDA5}" srcOrd="1" destOrd="0" presId="urn:microsoft.com/office/officeart/2005/8/layout/chart3"/>
    <dgm:cxn modelId="{99044941-04D6-AA46-8DE3-EB606B5AE0C3}" srcId="{BF101B0D-F02D-C34B-8D12-0EED5D87723D}" destId="{D7D860BE-B30E-5E46-8136-57770F47A10A}" srcOrd="1" destOrd="0" parTransId="{AF8B281F-2545-6B46-951F-35927F57D5D8}" sibTransId="{198C13ED-BC0A-AB4A-AA20-9918F43BDF89}"/>
    <dgm:cxn modelId="{50451046-FDC7-4E30-84F8-78E732D52E2B}" type="presOf" srcId="{C8ED743B-6420-DD46-B363-B2488BFB1AC5}" destId="{FD028377-BC3D-B94C-9C50-51334415FD87}" srcOrd="0" destOrd="0" presId="urn:microsoft.com/office/officeart/2005/8/layout/chart3"/>
    <dgm:cxn modelId="{4DD4A54E-2CBA-42DD-A139-A88F40D32F44}" type="presOf" srcId="{D7D860BE-B30E-5E46-8136-57770F47A10A}" destId="{AFC53CA4-E21F-1649-97E3-1AE2AA3D6593}" srcOrd="0" destOrd="0" presId="urn:microsoft.com/office/officeart/2005/8/layout/chart3"/>
    <dgm:cxn modelId="{BA497F51-B650-BB43-9B11-38E0415BDF0E}" srcId="{BF101B0D-F02D-C34B-8D12-0EED5D87723D}" destId="{29ED040C-F9B1-184F-89FD-ADB615E296EF}" srcOrd="2" destOrd="0" parTransId="{81D00A78-24E9-EA4B-A693-4F8266AD2864}" sibTransId="{5CC64AFD-9249-D940-8AF0-B93D1745D5FA}"/>
    <dgm:cxn modelId="{394DFBA7-5E74-48DF-BC9F-09517501712B}" type="presOf" srcId="{C8ED743B-6420-DD46-B363-B2488BFB1AC5}" destId="{CD558ED5-6E1F-694B-B113-8299650AF230}" srcOrd="1" destOrd="0" presId="urn:microsoft.com/office/officeart/2005/8/layout/chart3"/>
    <dgm:cxn modelId="{9435BAE9-AD68-407A-BAB2-B25C5144E3CC}" type="presOf" srcId="{29ED040C-F9B1-184F-89FD-ADB615E296EF}" destId="{1F40D6AB-10C2-BE45-9BE1-3E92C3DE1EE5}" srcOrd="0" destOrd="0" presId="urn:microsoft.com/office/officeart/2005/8/layout/chart3"/>
    <dgm:cxn modelId="{BEF625EB-211F-5347-B201-3CB19FD2EE45}" srcId="{BF101B0D-F02D-C34B-8D12-0EED5D87723D}" destId="{02F40DA6-BF14-314D-AF1B-9CA61DFC52E0}" srcOrd="3" destOrd="0" parTransId="{9EC895B5-B3F7-5843-A8BA-FCDD249AD621}" sibTransId="{80516CF0-9F21-9040-B230-14DC4A4B11DB}"/>
    <dgm:cxn modelId="{6E5606EF-CD5A-4AE5-AF7E-6B95F98831A4}" type="presOf" srcId="{D7D860BE-B30E-5E46-8136-57770F47A10A}" destId="{B574433E-2A2E-9641-A843-835F6DB53D61}" srcOrd="1" destOrd="0" presId="urn:microsoft.com/office/officeart/2005/8/layout/chart3"/>
    <dgm:cxn modelId="{B5F820F0-D650-4B3B-8F7F-8C962A3655D1}" type="presOf" srcId="{29ED040C-F9B1-184F-89FD-ADB615E296EF}" destId="{CF9FC267-5CB7-674D-970C-D2AD2AFF6BA1}" srcOrd="1" destOrd="0" presId="urn:microsoft.com/office/officeart/2005/8/layout/chart3"/>
    <dgm:cxn modelId="{BC471AFE-50E7-4819-A23E-8438F4B9D0E4}" type="presOf" srcId="{BF101B0D-F02D-C34B-8D12-0EED5D87723D}" destId="{D1E9CF9E-0925-6845-B5D5-EB0A920E1CEB}" srcOrd="0" destOrd="0" presId="urn:microsoft.com/office/officeart/2005/8/layout/chart3"/>
    <dgm:cxn modelId="{026BF63F-F93A-49A2-9BA1-6E719D608160}" type="presParOf" srcId="{D1E9CF9E-0925-6845-B5D5-EB0A920E1CEB}" destId="{FD028377-BC3D-B94C-9C50-51334415FD87}" srcOrd="0" destOrd="0" presId="urn:microsoft.com/office/officeart/2005/8/layout/chart3"/>
    <dgm:cxn modelId="{D329A34F-74E8-41A3-B89A-557FDA755883}" type="presParOf" srcId="{D1E9CF9E-0925-6845-B5D5-EB0A920E1CEB}" destId="{CD558ED5-6E1F-694B-B113-8299650AF230}" srcOrd="1" destOrd="0" presId="urn:microsoft.com/office/officeart/2005/8/layout/chart3"/>
    <dgm:cxn modelId="{A73DC8EF-9166-4642-827B-8C52A75A2497}" type="presParOf" srcId="{D1E9CF9E-0925-6845-B5D5-EB0A920E1CEB}" destId="{AFC53CA4-E21F-1649-97E3-1AE2AA3D6593}" srcOrd="2" destOrd="0" presId="urn:microsoft.com/office/officeart/2005/8/layout/chart3"/>
    <dgm:cxn modelId="{534DED3E-E711-4E9B-AD06-CB43FB0D3A3D}" type="presParOf" srcId="{D1E9CF9E-0925-6845-B5D5-EB0A920E1CEB}" destId="{B574433E-2A2E-9641-A843-835F6DB53D61}" srcOrd="3" destOrd="0" presId="urn:microsoft.com/office/officeart/2005/8/layout/chart3"/>
    <dgm:cxn modelId="{A5AE84AF-099C-4E63-BDDC-AF379685917C}" type="presParOf" srcId="{D1E9CF9E-0925-6845-B5D5-EB0A920E1CEB}" destId="{1F40D6AB-10C2-BE45-9BE1-3E92C3DE1EE5}" srcOrd="4" destOrd="0" presId="urn:microsoft.com/office/officeart/2005/8/layout/chart3"/>
    <dgm:cxn modelId="{A8171FAD-6955-4E4E-90AA-5E0277E956C8}" type="presParOf" srcId="{D1E9CF9E-0925-6845-B5D5-EB0A920E1CEB}" destId="{CF9FC267-5CB7-674D-970C-D2AD2AFF6BA1}" srcOrd="5" destOrd="0" presId="urn:microsoft.com/office/officeart/2005/8/layout/chart3"/>
    <dgm:cxn modelId="{E93EC0B8-C224-498D-917D-7159EEC9805B}" type="presParOf" srcId="{D1E9CF9E-0925-6845-B5D5-EB0A920E1CEB}" destId="{630A687C-8959-3344-9692-E4071C254E1A}" srcOrd="6" destOrd="0" presId="urn:microsoft.com/office/officeart/2005/8/layout/chart3"/>
    <dgm:cxn modelId="{915653EF-6D3F-4990-AD99-A7F256644A5E}" type="presParOf" srcId="{D1E9CF9E-0925-6845-B5D5-EB0A920E1CEB}" destId="{8797DF93-5D60-3D41-A2EA-A5CCC9B0EDA5}" srcOrd="7" destOrd="0" presId="urn:microsoft.com/office/officeart/2005/8/layout/chart3"/>
  </dgm:cxnLst>
  <dgm:bg/>
  <dgm:whole/>
  <dgm:extLst>
    <a:ext uri="http://schemas.microsoft.com/office/drawing/2008/diagram">
      <dsp:dataModelExt xmlns:dsp="http://schemas.microsoft.com/office/drawing/2008/diagram" relId="rId5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BF101B0D-F02D-C34B-8D12-0EED5D87723D}" type="doc">
      <dgm:prSet loTypeId="urn:microsoft.com/office/officeart/2008/layout/BendingPictureCaptionList" loCatId="" qsTypeId="urn:microsoft.com/office/officeart/2005/8/quickstyle/simple4" qsCatId="simple" csTypeId="urn:microsoft.com/office/officeart/2005/8/colors/colorful2" csCatId="colorful" phldr="1"/>
      <dgm:spPr/>
      <dgm:t>
        <a:bodyPr/>
        <a:lstStyle/>
        <a:p>
          <a:endParaRPr lang="en-US"/>
        </a:p>
      </dgm:t>
    </dgm:pt>
    <dgm:pt modelId="{C8ED743B-6420-DD46-B363-B2488BFB1AC5}">
      <dgm:prSet phldrT="[Text]"/>
      <dgm:spPr>
        <a:solidFill>
          <a:srgbClr val="C00000"/>
        </a:solidFill>
      </dgm:spPr>
      <dgm:t>
        <a:bodyPr/>
        <a:lstStyle/>
        <a:p>
          <a:pPr algn="ctr"/>
          <a:r>
            <a:rPr lang="en-US" dirty="0"/>
            <a:t>A</a:t>
          </a:r>
        </a:p>
      </dgm:t>
    </dgm:pt>
    <dgm:pt modelId="{DED6A933-852C-4447-AF9E-0177039EF7EB}" type="parTrans" cxnId="{D1F02809-47D5-4A44-82C0-5F41B23D87C0}">
      <dgm:prSet/>
      <dgm:spPr/>
      <dgm:t>
        <a:bodyPr/>
        <a:lstStyle/>
        <a:p>
          <a:endParaRPr lang="en-US"/>
        </a:p>
      </dgm:t>
    </dgm:pt>
    <dgm:pt modelId="{2451CEC7-5FD6-0E43-83B6-E5B3B0FD0B1F}" type="sibTrans" cxnId="{D1F02809-47D5-4A44-82C0-5F41B23D87C0}">
      <dgm:prSet/>
      <dgm:spPr>
        <a:solidFill>
          <a:schemeClr val="bg2"/>
        </a:solidFill>
      </dgm:spPr>
      <dgm:t>
        <a:bodyPr/>
        <a:lstStyle/>
        <a:p>
          <a:endParaRPr lang="en-US"/>
        </a:p>
      </dgm:t>
    </dgm:pt>
    <dgm:pt modelId="{D7D860BE-B30E-5E46-8136-57770F47A10A}">
      <dgm:prSet phldrT="[Text]"/>
      <dgm:spPr>
        <a:solidFill>
          <a:srgbClr val="E14621"/>
        </a:solidFill>
      </dgm:spPr>
      <dgm:t>
        <a:bodyPr/>
        <a:lstStyle/>
        <a:p>
          <a:pPr algn="ctr"/>
          <a:r>
            <a:rPr lang="en-US" dirty="0"/>
            <a:t>B</a:t>
          </a:r>
        </a:p>
      </dgm:t>
    </dgm:pt>
    <dgm:pt modelId="{AF8B281F-2545-6B46-951F-35927F57D5D8}" type="parTrans" cxnId="{99044941-04D6-AA46-8DE3-EB606B5AE0C3}">
      <dgm:prSet/>
      <dgm:spPr/>
      <dgm:t>
        <a:bodyPr/>
        <a:lstStyle/>
        <a:p>
          <a:endParaRPr lang="en-US"/>
        </a:p>
      </dgm:t>
    </dgm:pt>
    <dgm:pt modelId="{198C13ED-BC0A-AB4A-AA20-9918F43BDF89}" type="sibTrans" cxnId="{99044941-04D6-AA46-8DE3-EB606B5AE0C3}">
      <dgm:prSet/>
      <dgm:spPr/>
      <dgm:t>
        <a:bodyPr/>
        <a:lstStyle/>
        <a:p>
          <a:endParaRPr lang="en-US"/>
        </a:p>
      </dgm:t>
    </dgm:pt>
    <dgm:pt modelId="{29ED040C-F9B1-184F-89FD-ADB615E296EF}">
      <dgm:prSet phldrT="[Text]"/>
      <dgm:spPr>
        <a:solidFill>
          <a:srgbClr val="EA8222"/>
        </a:solidFill>
      </dgm:spPr>
      <dgm:t>
        <a:bodyPr/>
        <a:lstStyle/>
        <a:p>
          <a:pPr algn="ctr"/>
          <a:r>
            <a:rPr lang="en-US" dirty="0"/>
            <a:t>C</a:t>
          </a:r>
        </a:p>
      </dgm:t>
    </dgm:pt>
    <dgm:pt modelId="{81D00A78-24E9-EA4B-A693-4F8266AD2864}" type="parTrans" cxnId="{BA497F51-B650-BB43-9B11-38E0415BDF0E}">
      <dgm:prSet/>
      <dgm:spPr/>
      <dgm:t>
        <a:bodyPr/>
        <a:lstStyle/>
        <a:p>
          <a:endParaRPr lang="en-US"/>
        </a:p>
      </dgm:t>
    </dgm:pt>
    <dgm:pt modelId="{5CC64AFD-9249-D940-8AF0-B93D1745D5FA}" type="sibTrans" cxnId="{BA497F51-B650-BB43-9B11-38E0415BDF0E}">
      <dgm:prSet/>
      <dgm:spPr/>
      <dgm:t>
        <a:bodyPr/>
        <a:lstStyle/>
        <a:p>
          <a:endParaRPr lang="en-US"/>
        </a:p>
      </dgm:t>
    </dgm:pt>
    <dgm:pt modelId="{02F40DA6-BF14-314D-AF1B-9CA61DFC52E0}">
      <dgm:prSet/>
      <dgm:spPr>
        <a:solidFill>
          <a:srgbClr val="FFC000"/>
        </a:solidFill>
      </dgm:spPr>
      <dgm:t>
        <a:bodyPr/>
        <a:lstStyle/>
        <a:p>
          <a:pPr algn="ctr"/>
          <a:r>
            <a:rPr lang="en-US" dirty="0"/>
            <a:t>D</a:t>
          </a:r>
        </a:p>
      </dgm:t>
    </dgm:pt>
    <dgm:pt modelId="{9EC895B5-B3F7-5843-A8BA-FCDD249AD621}" type="parTrans" cxnId="{BEF625EB-211F-5347-B201-3CB19FD2EE45}">
      <dgm:prSet/>
      <dgm:spPr/>
      <dgm:t>
        <a:bodyPr/>
        <a:lstStyle/>
        <a:p>
          <a:endParaRPr lang="en-US"/>
        </a:p>
      </dgm:t>
    </dgm:pt>
    <dgm:pt modelId="{80516CF0-9F21-9040-B230-14DC4A4B11DB}" type="sibTrans" cxnId="{BEF625EB-211F-5347-B201-3CB19FD2EE45}">
      <dgm:prSet/>
      <dgm:spPr/>
      <dgm:t>
        <a:bodyPr/>
        <a:lstStyle/>
        <a:p>
          <a:endParaRPr lang="en-US"/>
        </a:p>
      </dgm:t>
    </dgm:pt>
    <dgm:pt modelId="{2D84E394-BE9C-0C4A-85AB-B83882207331}" type="pres">
      <dgm:prSet presAssocID="{BF101B0D-F02D-C34B-8D12-0EED5D87723D}" presName="Name0" presStyleCnt="0">
        <dgm:presLayoutVars>
          <dgm:dir/>
          <dgm:resizeHandles val="exact"/>
        </dgm:presLayoutVars>
      </dgm:prSet>
      <dgm:spPr/>
    </dgm:pt>
    <dgm:pt modelId="{16E5128C-99D4-1041-BA9E-2BA2FD07A8E9}" type="pres">
      <dgm:prSet presAssocID="{C8ED743B-6420-DD46-B363-B2488BFB1AC5}" presName="composite" presStyleCnt="0"/>
      <dgm:spPr/>
    </dgm:pt>
    <dgm:pt modelId="{F8A6F0FB-AB6C-BE4E-8206-B6ADA213C0BE}" type="pres">
      <dgm:prSet presAssocID="{C8ED743B-6420-DD46-B363-B2488BFB1AC5}" presName="rect1" presStyleLbl="bgImgPlace1" presStyleIdx="0" presStyleCnt="4"/>
      <dgm:spPr/>
    </dgm:pt>
    <dgm:pt modelId="{2C3F2CF2-A200-474A-B8F3-26C72F9D2A16}" type="pres">
      <dgm:prSet presAssocID="{C8ED743B-6420-DD46-B363-B2488BFB1AC5}" presName="wedgeRectCallout1" presStyleLbl="node1" presStyleIdx="0" presStyleCnt="4">
        <dgm:presLayoutVars>
          <dgm:bulletEnabled val="1"/>
        </dgm:presLayoutVars>
      </dgm:prSet>
      <dgm:spPr/>
    </dgm:pt>
    <dgm:pt modelId="{47C60EAE-39A6-F84E-A9D7-482CEFCA7CDD}" type="pres">
      <dgm:prSet presAssocID="{2451CEC7-5FD6-0E43-83B6-E5B3B0FD0B1F}" presName="sibTrans" presStyleCnt="0"/>
      <dgm:spPr/>
    </dgm:pt>
    <dgm:pt modelId="{9F1B5745-4E67-3247-B782-9EB3A743BB05}" type="pres">
      <dgm:prSet presAssocID="{D7D860BE-B30E-5E46-8136-57770F47A10A}" presName="composite" presStyleCnt="0"/>
      <dgm:spPr/>
    </dgm:pt>
    <dgm:pt modelId="{ABDE55B7-B66C-5C43-B2B3-3BE919F5FA9D}" type="pres">
      <dgm:prSet presAssocID="{D7D860BE-B30E-5E46-8136-57770F47A10A}" presName="rect1" presStyleLbl="bgImgPlace1" presStyleIdx="1" presStyleCnt="4"/>
      <dgm:spPr/>
    </dgm:pt>
    <dgm:pt modelId="{884DBD9A-E392-054E-A35A-073383696C05}" type="pres">
      <dgm:prSet presAssocID="{D7D860BE-B30E-5E46-8136-57770F47A10A}" presName="wedgeRectCallout1" presStyleLbl="node1" presStyleIdx="1" presStyleCnt="4">
        <dgm:presLayoutVars>
          <dgm:bulletEnabled val="1"/>
        </dgm:presLayoutVars>
      </dgm:prSet>
      <dgm:spPr/>
    </dgm:pt>
    <dgm:pt modelId="{212FBCF3-0C0C-8E42-A0AD-922CA91E9BE6}" type="pres">
      <dgm:prSet presAssocID="{198C13ED-BC0A-AB4A-AA20-9918F43BDF89}" presName="sibTrans" presStyleCnt="0"/>
      <dgm:spPr/>
    </dgm:pt>
    <dgm:pt modelId="{DF65BE3B-9FB9-C348-A099-333591CB7E9D}" type="pres">
      <dgm:prSet presAssocID="{29ED040C-F9B1-184F-89FD-ADB615E296EF}" presName="composite" presStyleCnt="0"/>
      <dgm:spPr/>
    </dgm:pt>
    <dgm:pt modelId="{69FC55CD-D8C6-2F4C-9D22-3ABB1DD6A373}" type="pres">
      <dgm:prSet presAssocID="{29ED040C-F9B1-184F-89FD-ADB615E296EF}" presName="rect1" presStyleLbl="bgImgPlace1" presStyleIdx="2" presStyleCnt="4"/>
      <dgm:spPr/>
    </dgm:pt>
    <dgm:pt modelId="{B3047320-C99F-964B-8B89-129744B37891}" type="pres">
      <dgm:prSet presAssocID="{29ED040C-F9B1-184F-89FD-ADB615E296EF}" presName="wedgeRectCallout1" presStyleLbl="node1" presStyleIdx="2" presStyleCnt="4">
        <dgm:presLayoutVars>
          <dgm:bulletEnabled val="1"/>
        </dgm:presLayoutVars>
      </dgm:prSet>
      <dgm:spPr/>
    </dgm:pt>
    <dgm:pt modelId="{8D4D01A4-66C9-6548-BDDC-4145BDAF3A99}" type="pres">
      <dgm:prSet presAssocID="{5CC64AFD-9249-D940-8AF0-B93D1745D5FA}" presName="sibTrans" presStyleCnt="0"/>
      <dgm:spPr/>
    </dgm:pt>
    <dgm:pt modelId="{B9C1487D-3847-7742-89A7-E2AE074FEE3D}" type="pres">
      <dgm:prSet presAssocID="{02F40DA6-BF14-314D-AF1B-9CA61DFC52E0}" presName="composite" presStyleCnt="0"/>
      <dgm:spPr/>
    </dgm:pt>
    <dgm:pt modelId="{5348A474-DFF9-3249-8CC7-F1655ACD9AB7}" type="pres">
      <dgm:prSet presAssocID="{02F40DA6-BF14-314D-AF1B-9CA61DFC52E0}" presName="rect1" presStyleLbl="bgImgPlace1" presStyleIdx="3" presStyleCnt="4"/>
      <dgm:spPr/>
    </dgm:pt>
    <dgm:pt modelId="{1AD17641-1C9D-EC47-A2EA-74C64FB06325}" type="pres">
      <dgm:prSet presAssocID="{02F40DA6-BF14-314D-AF1B-9CA61DFC52E0}" presName="wedgeRectCallout1" presStyleLbl="node1" presStyleIdx="3" presStyleCnt="4">
        <dgm:presLayoutVars>
          <dgm:bulletEnabled val="1"/>
        </dgm:presLayoutVars>
      </dgm:prSet>
      <dgm:spPr/>
    </dgm:pt>
  </dgm:ptLst>
  <dgm:cxnLst>
    <dgm:cxn modelId="{BD642303-C02E-4716-890E-AFBE25B93117}" type="presOf" srcId="{BF101B0D-F02D-C34B-8D12-0EED5D87723D}" destId="{2D84E394-BE9C-0C4A-85AB-B83882207331}" srcOrd="0" destOrd="0" presId="urn:microsoft.com/office/officeart/2008/layout/BendingPictureCaptionList"/>
    <dgm:cxn modelId="{B8F11A05-1B01-4639-AC25-E6F6884F03F0}" type="presOf" srcId="{02F40DA6-BF14-314D-AF1B-9CA61DFC52E0}" destId="{1AD17641-1C9D-EC47-A2EA-74C64FB06325}" srcOrd="0" destOrd="0" presId="urn:microsoft.com/office/officeart/2008/layout/BendingPictureCaptionList"/>
    <dgm:cxn modelId="{D1F02809-47D5-4A44-82C0-5F41B23D87C0}" srcId="{BF101B0D-F02D-C34B-8D12-0EED5D87723D}" destId="{C8ED743B-6420-DD46-B363-B2488BFB1AC5}" srcOrd="0" destOrd="0" parTransId="{DED6A933-852C-4447-AF9E-0177039EF7EB}" sibTransId="{2451CEC7-5FD6-0E43-83B6-E5B3B0FD0B1F}"/>
    <dgm:cxn modelId="{99044941-04D6-AA46-8DE3-EB606B5AE0C3}" srcId="{BF101B0D-F02D-C34B-8D12-0EED5D87723D}" destId="{D7D860BE-B30E-5E46-8136-57770F47A10A}" srcOrd="1" destOrd="0" parTransId="{AF8B281F-2545-6B46-951F-35927F57D5D8}" sibTransId="{198C13ED-BC0A-AB4A-AA20-9918F43BDF89}"/>
    <dgm:cxn modelId="{C13B1451-1D03-4D8B-825A-6CE19A77F97A}" type="presOf" srcId="{C8ED743B-6420-DD46-B363-B2488BFB1AC5}" destId="{2C3F2CF2-A200-474A-B8F3-26C72F9D2A16}" srcOrd="0" destOrd="0" presId="urn:microsoft.com/office/officeart/2008/layout/BendingPictureCaptionList"/>
    <dgm:cxn modelId="{BA497F51-B650-BB43-9B11-38E0415BDF0E}" srcId="{BF101B0D-F02D-C34B-8D12-0EED5D87723D}" destId="{29ED040C-F9B1-184F-89FD-ADB615E296EF}" srcOrd="2" destOrd="0" parTransId="{81D00A78-24E9-EA4B-A693-4F8266AD2864}" sibTransId="{5CC64AFD-9249-D940-8AF0-B93D1745D5FA}"/>
    <dgm:cxn modelId="{BEF625EB-211F-5347-B201-3CB19FD2EE45}" srcId="{BF101B0D-F02D-C34B-8D12-0EED5D87723D}" destId="{02F40DA6-BF14-314D-AF1B-9CA61DFC52E0}" srcOrd="3" destOrd="0" parTransId="{9EC895B5-B3F7-5843-A8BA-FCDD249AD621}" sibTransId="{80516CF0-9F21-9040-B230-14DC4A4B11DB}"/>
    <dgm:cxn modelId="{D3F6BFF7-6B8D-4990-B060-7AC7A65D4929}" type="presOf" srcId="{29ED040C-F9B1-184F-89FD-ADB615E296EF}" destId="{B3047320-C99F-964B-8B89-129744B37891}" srcOrd="0" destOrd="0" presId="urn:microsoft.com/office/officeart/2008/layout/BendingPictureCaptionList"/>
    <dgm:cxn modelId="{614F9DFE-BC1C-45C3-B9EB-780F533AE61D}" type="presOf" srcId="{D7D860BE-B30E-5E46-8136-57770F47A10A}" destId="{884DBD9A-E392-054E-A35A-073383696C05}" srcOrd="0" destOrd="0" presId="urn:microsoft.com/office/officeart/2008/layout/BendingPictureCaptionList"/>
    <dgm:cxn modelId="{F014C690-BB0C-4828-9F4A-BDEA63BD255A}" type="presParOf" srcId="{2D84E394-BE9C-0C4A-85AB-B83882207331}" destId="{16E5128C-99D4-1041-BA9E-2BA2FD07A8E9}" srcOrd="0" destOrd="0" presId="urn:microsoft.com/office/officeart/2008/layout/BendingPictureCaptionList"/>
    <dgm:cxn modelId="{957EE963-833D-4D17-8404-A9D4E5A909D8}" type="presParOf" srcId="{16E5128C-99D4-1041-BA9E-2BA2FD07A8E9}" destId="{F8A6F0FB-AB6C-BE4E-8206-B6ADA213C0BE}" srcOrd="0" destOrd="0" presId="urn:microsoft.com/office/officeart/2008/layout/BendingPictureCaptionList"/>
    <dgm:cxn modelId="{69D51C99-D814-40BD-BAF4-73D6D4981048}" type="presParOf" srcId="{16E5128C-99D4-1041-BA9E-2BA2FD07A8E9}" destId="{2C3F2CF2-A200-474A-B8F3-26C72F9D2A16}" srcOrd="1" destOrd="0" presId="urn:microsoft.com/office/officeart/2008/layout/BendingPictureCaptionList"/>
    <dgm:cxn modelId="{B35F69BD-19AB-4805-9526-8F56A0578054}" type="presParOf" srcId="{2D84E394-BE9C-0C4A-85AB-B83882207331}" destId="{47C60EAE-39A6-F84E-A9D7-482CEFCA7CDD}" srcOrd="1" destOrd="0" presId="urn:microsoft.com/office/officeart/2008/layout/BendingPictureCaptionList"/>
    <dgm:cxn modelId="{34D2728D-04D8-4B5C-9E4E-0541C0CF0348}" type="presParOf" srcId="{2D84E394-BE9C-0C4A-85AB-B83882207331}" destId="{9F1B5745-4E67-3247-B782-9EB3A743BB05}" srcOrd="2" destOrd="0" presId="urn:microsoft.com/office/officeart/2008/layout/BendingPictureCaptionList"/>
    <dgm:cxn modelId="{100D5B36-6CD4-444F-B477-D5700E6BDD23}" type="presParOf" srcId="{9F1B5745-4E67-3247-B782-9EB3A743BB05}" destId="{ABDE55B7-B66C-5C43-B2B3-3BE919F5FA9D}" srcOrd="0" destOrd="0" presId="urn:microsoft.com/office/officeart/2008/layout/BendingPictureCaptionList"/>
    <dgm:cxn modelId="{67353505-9161-400F-A652-FD0CCAF582D1}" type="presParOf" srcId="{9F1B5745-4E67-3247-B782-9EB3A743BB05}" destId="{884DBD9A-E392-054E-A35A-073383696C05}" srcOrd="1" destOrd="0" presId="urn:microsoft.com/office/officeart/2008/layout/BendingPictureCaptionList"/>
    <dgm:cxn modelId="{C66ACCE1-311B-45D9-BBEA-CFA0488564A1}" type="presParOf" srcId="{2D84E394-BE9C-0C4A-85AB-B83882207331}" destId="{212FBCF3-0C0C-8E42-A0AD-922CA91E9BE6}" srcOrd="3" destOrd="0" presId="urn:microsoft.com/office/officeart/2008/layout/BendingPictureCaptionList"/>
    <dgm:cxn modelId="{1D518443-17F3-4F2B-AF89-D25E41DBCA70}" type="presParOf" srcId="{2D84E394-BE9C-0C4A-85AB-B83882207331}" destId="{DF65BE3B-9FB9-C348-A099-333591CB7E9D}" srcOrd="4" destOrd="0" presId="urn:microsoft.com/office/officeart/2008/layout/BendingPictureCaptionList"/>
    <dgm:cxn modelId="{1E358811-79E5-4301-AF21-B31D692D07D1}" type="presParOf" srcId="{DF65BE3B-9FB9-C348-A099-333591CB7E9D}" destId="{69FC55CD-D8C6-2F4C-9D22-3ABB1DD6A373}" srcOrd="0" destOrd="0" presId="urn:microsoft.com/office/officeart/2008/layout/BendingPictureCaptionList"/>
    <dgm:cxn modelId="{78C2BF5D-52DC-4521-BC1F-43189E5152AF}" type="presParOf" srcId="{DF65BE3B-9FB9-C348-A099-333591CB7E9D}" destId="{B3047320-C99F-964B-8B89-129744B37891}" srcOrd="1" destOrd="0" presId="urn:microsoft.com/office/officeart/2008/layout/BendingPictureCaptionList"/>
    <dgm:cxn modelId="{EA400841-A24B-4095-93B0-8280BE36AA9F}" type="presParOf" srcId="{2D84E394-BE9C-0C4A-85AB-B83882207331}" destId="{8D4D01A4-66C9-6548-BDDC-4145BDAF3A99}" srcOrd="5" destOrd="0" presId="urn:microsoft.com/office/officeart/2008/layout/BendingPictureCaptionList"/>
    <dgm:cxn modelId="{D32759D0-25F9-4F20-A7E0-B682736D61E8}" type="presParOf" srcId="{2D84E394-BE9C-0C4A-85AB-B83882207331}" destId="{B9C1487D-3847-7742-89A7-E2AE074FEE3D}" srcOrd="6" destOrd="0" presId="urn:microsoft.com/office/officeart/2008/layout/BendingPictureCaptionList"/>
    <dgm:cxn modelId="{F428D30A-7C9B-43E0-A4E5-B400CAF637BD}" type="presParOf" srcId="{B9C1487D-3847-7742-89A7-E2AE074FEE3D}" destId="{5348A474-DFF9-3249-8CC7-F1655ACD9AB7}" srcOrd="0" destOrd="0" presId="urn:microsoft.com/office/officeart/2008/layout/BendingPictureCaptionList"/>
    <dgm:cxn modelId="{57EB0D76-091F-4145-84CD-FE9E71AFD328}" type="presParOf" srcId="{B9C1487D-3847-7742-89A7-E2AE074FEE3D}" destId="{1AD17641-1C9D-EC47-A2EA-74C64FB06325}" srcOrd="1" destOrd="0" presId="urn:microsoft.com/office/officeart/2008/layout/BendingPictureCaptionList"/>
  </dgm:cxnLst>
  <dgm:bg/>
  <dgm:whole/>
  <dgm:extLst>
    <a:ext uri="http://schemas.microsoft.com/office/drawing/2008/diagram">
      <dsp:dataModelExt xmlns:dsp="http://schemas.microsoft.com/office/drawing/2008/diagram" relId="rId63"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BF101B0D-F02D-C34B-8D12-0EED5D87723D}" type="doc">
      <dgm:prSet loTypeId="urn:microsoft.com/office/officeart/2005/8/layout/radial2" loCatId="" qsTypeId="urn:microsoft.com/office/officeart/2005/8/quickstyle/simple4" qsCatId="simple" csTypeId="urn:microsoft.com/office/officeart/2005/8/colors/colorful2" csCatId="colorful" phldr="1"/>
      <dgm:spPr/>
      <dgm:t>
        <a:bodyPr/>
        <a:lstStyle/>
        <a:p>
          <a:endParaRPr lang="en-US"/>
        </a:p>
      </dgm:t>
    </dgm:pt>
    <dgm:pt modelId="{C8ED743B-6420-DD46-B363-B2488BFB1AC5}">
      <dgm:prSet phldrT="[Text]"/>
      <dgm:spPr>
        <a:solidFill>
          <a:srgbClr val="C00000"/>
        </a:solidFill>
      </dgm:spPr>
      <dgm:t>
        <a:bodyPr/>
        <a:lstStyle/>
        <a:p>
          <a:pPr algn="ctr"/>
          <a:r>
            <a:rPr lang="en-US" dirty="0"/>
            <a:t>A</a:t>
          </a:r>
        </a:p>
      </dgm:t>
    </dgm:pt>
    <dgm:pt modelId="{DED6A933-852C-4447-AF9E-0177039EF7EB}" type="parTrans" cxnId="{D1F02809-47D5-4A44-82C0-5F41B23D87C0}">
      <dgm:prSet/>
      <dgm:spPr/>
      <dgm:t>
        <a:bodyPr/>
        <a:lstStyle/>
        <a:p>
          <a:endParaRPr lang="en-US"/>
        </a:p>
      </dgm:t>
    </dgm:pt>
    <dgm:pt modelId="{2451CEC7-5FD6-0E43-83B6-E5B3B0FD0B1F}" type="sibTrans" cxnId="{D1F02809-47D5-4A44-82C0-5F41B23D87C0}">
      <dgm:prSet/>
      <dgm:spPr>
        <a:solidFill>
          <a:schemeClr val="bg2"/>
        </a:solidFill>
      </dgm:spPr>
      <dgm:t>
        <a:bodyPr/>
        <a:lstStyle/>
        <a:p>
          <a:endParaRPr lang="en-US"/>
        </a:p>
      </dgm:t>
    </dgm:pt>
    <dgm:pt modelId="{D7D860BE-B30E-5E46-8136-57770F47A10A}">
      <dgm:prSet phldrT="[Text]"/>
      <dgm:spPr>
        <a:solidFill>
          <a:srgbClr val="E14621"/>
        </a:solidFill>
      </dgm:spPr>
      <dgm:t>
        <a:bodyPr/>
        <a:lstStyle/>
        <a:p>
          <a:pPr algn="ctr"/>
          <a:r>
            <a:rPr lang="en-US" dirty="0"/>
            <a:t>B</a:t>
          </a:r>
        </a:p>
      </dgm:t>
    </dgm:pt>
    <dgm:pt modelId="{AF8B281F-2545-6B46-951F-35927F57D5D8}" type="parTrans" cxnId="{99044941-04D6-AA46-8DE3-EB606B5AE0C3}">
      <dgm:prSet/>
      <dgm:spPr/>
      <dgm:t>
        <a:bodyPr/>
        <a:lstStyle/>
        <a:p>
          <a:endParaRPr lang="en-US"/>
        </a:p>
      </dgm:t>
    </dgm:pt>
    <dgm:pt modelId="{198C13ED-BC0A-AB4A-AA20-9918F43BDF89}" type="sibTrans" cxnId="{99044941-04D6-AA46-8DE3-EB606B5AE0C3}">
      <dgm:prSet/>
      <dgm:spPr/>
      <dgm:t>
        <a:bodyPr/>
        <a:lstStyle/>
        <a:p>
          <a:endParaRPr lang="en-US"/>
        </a:p>
      </dgm:t>
    </dgm:pt>
    <dgm:pt modelId="{29ED040C-F9B1-184F-89FD-ADB615E296EF}">
      <dgm:prSet phldrT="[Text]"/>
      <dgm:spPr>
        <a:solidFill>
          <a:srgbClr val="EA8222"/>
        </a:solidFill>
      </dgm:spPr>
      <dgm:t>
        <a:bodyPr/>
        <a:lstStyle/>
        <a:p>
          <a:pPr algn="ctr"/>
          <a:r>
            <a:rPr lang="en-US" dirty="0"/>
            <a:t>C</a:t>
          </a:r>
        </a:p>
      </dgm:t>
    </dgm:pt>
    <dgm:pt modelId="{81D00A78-24E9-EA4B-A693-4F8266AD2864}" type="parTrans" cxnId="{BA497F51-B650-BB43-9B11-38E0415BDF0E}">
      <dgm:prSet/>
      <dgm:spPr/>
      <dgm:t>
        <a:bodyPr/>
        <a:lstStyle/>
        <a:p>
          <a:endParaRPr lang="en-US"/>
        </a:p>
      </dgm:t>
    </dgm:pt>
    <dgm:pt modelId="{5CC64AFD-9249-D940-8AF0-B93D1745D5FA}" type="sibTrans" cxnId="{BA497F51-B650-BB43-9B11-38E0415BDF0E}">
      <dgm:prSet/>
      <dgm:spPr/>
      <dgm:t>
        <a:bodyPr/>
        <a:lstStyle/>
        <a:p>
          <a:endParaRPr lang="en-US"/>
        </a:p>
      </dgm:t>
    </dgm:pt>
    <dgm:pt modelId="{02F40DA6-BF14-314D-AF1B-9CA61DFC52E0}">
      <dgm:prSet/>
      <dgm:spPr>
        <a:solidFill>
          <a:srgbClr val="FFC000"/>
        </a:solidFill>
      </dgm:spPr>
      <dgm:t>
        <a:bodyPr/>
        <a:lstStyle/>
        <a:p>
          <a:pPr algn="ctr"/>
          <a:r>
            <a:rPr lang="en-US" dirty="0"/>
            <a:t>D</a:t>
          </a:r>
        </a:p>
      </dgm:t>
    </dgm:pt>
    <dgm:pt modelId="{9EC895B5-B3F7-5843-A8BA-FCDD249AD621}" type="parTrans" cxnId="{BEF625EB-211F-5347-B201-3CB19FD2EE45}">
      <dgm:prSet/>
      <dgm:spPr/>
      <dgm:t>
        <a:bodyPr/>
        <a:lstStyle/>
        <a:p>
          <a:endParaRPr lang="en-US"/>
        </a:p>
      </dgm:t>
    </dgm:pt>
    <dgm:pt modelId="{80516CF0-9F21-9040-B230-14DC4A4B11DB}" type="sibTrans" cxnId="{BEF625EB-211F-5347-B201-3CB19FD2EE45}">
      <dgm:prSet/>
      <dgm:spPr/>
      <dgm:t>
        <a:bodyPr/>
        <a:lstStyle/>
        <a:p>
          <a:endParaRPr lang="en-US"/>
        </a:p>
      </dgm:t>
    </dgm:pt>
    <dgm:pt modelId="{DF347A1C-B1B7-E043-B38F-5BF0CC335A43}" type="pres">
      <dgm:prSet presAssocID="{BF101B0D-F02D-C34B-8D12-0EED5D87723D}" presName="composite" presStyleCnt="0">
        <dgm:presLayoutVars>
          <dgm:chMax val="5"/>
          <dgm:dir/>
          <dgm:animLvl val="ctr"/>
          <dgm:resizeHandles val="exact"/>
        </dgm:presLayoutVars>
      </dgm:prSet>
      <dgm:spPr/>
    </dgm:pt>
    <dgm:pt modelId="{160A9EC8-43C9-4045-B8B2-34C2F93A76D3}" type="pres">
      <dgm:prSet presAssocID="{BF101B0D-F02D-C34B-8D12-0EED5D87723D}" presName="cycle" presStyleCnt="0"/>
      <dgm:spPr/>
    </dgm:pt>
    <dgm:pt modelId="{87221C73-CE4B-5D43-9F31-60F208790FB3}" type="pres">
      <dgm:prSet presAssocID="{BF101B0D-F02D-C34B-8D12-0EED5D87723D}" presName="centerShape" presStyleCnt="0"/>
      <dgm:spPr/>
    </dgm:pt>
    <dgm:pt modelId="{60E3BEBF-E322-1F4E-9306-7F1AD72C5745}" type="pres">
      <dgm:prSet presAssocID="{BF101B0D-F02D-C34B-8D12-0EED5D87723D}" presName="connSite" presStyleLbl="node1" presStyleIdx="0" presStyleCnt="5"/>
      <dgm:spPr/>
    </dgm:pt>
    <dgm:pt modelId="{96A2A8D4-0069-ED41-9503-56898F9C1B20}" type="pres">
      <dgm:prSet presAssocID="{BF101B0D-F02D-C34B-8D12-0EED5D87723D}" presName="visible" presStyleLbl="node1" presStyleIdx="0" presStyleCnt="5" custScaleX="133125" custScaleY="129417"/>
      <dgm:spPr/>
    </dgm:pt>
    <dgm:pt modelId="{44848108-A189-3244-8EA3-C87920AA3D90}" type="pres">
      <dgm:prSet presAssocID="{DED6A933-852C-4447-AF9E-0177039EF7EB}" presName="Name25" presStyleLbl="parChTrans1D1" presStyleIdx="0" presStyleCnt="4"/>
      <dgm:spPr/>
    </dgm:pt>
    <dgm:pt modelId="{11A7774F-DA78-7347-B08F-B74521C550B5}" type="pres">
      <dgm:prSet presAssocID="{C8ED743B-6420-DD46-B363-B2488BFB1AC5}" presName="node" presStyleCnt="0"/>
      <dgm:spPr/>
    </dgm:pt>
    <dgm:pt modelId="{7B1A427C-C501-8F41-93A2-7E23083E1ED3}" type="pres">
      <dgm:prSet presAssocID="{C8ED743B-6420-DD46-B363-B2488BFB1AC5}" presName="parentNode" presStyleLbl="node1" presStyleIdx="1" presStyleCnt="5">
        <dgm:presLayoutVars>
          <dgm:chMax val="1"/>
          <dgm:bulletEnabled val="1"/>
        </dgm:presLayoutVars>
      </dgm:prSet>
      <dgm:spPr/>
    </dgm:pt>
    <dgm:pt modelId="{79441426-EC16-8745-BD5C-91EEC649316F}" type="pres">
      <dgm:prSet presAssocID="{C8ED743B-6420-DD46-B363-B2488BFB1AC5}" presName="childNode" presStyleLbl="revTx" presStyleIdx="0" presStyleCnt="0">
        <dgm:presLayoutVars>
          <dgm:bulletEnabled val="1"/>
        </dgm:presLayoutVars>
      </dgm:prSet>
      <dgm:spPr/>
    </dgm:pt>
    <dgm:pt modelId="{04F1211F-D13E-C848-939F-2783E3A89E57}" type="pres">
      <dgm:prSet presAssocID="{AF8B281F-2545-6B46-951F-35927F57D5D8}" presName="Name25" presStyleLbl="parChTrans1D1" presStyleIdx="1" presStyleCnt="4"/>
      <dgm:spPr/>
    </dgm:pt>
    <dgm:pt modelId="{D15AD59C-106B-D142-9CFF-A187A13D3E98}" type="pres">
      <dgm:prSet presAssocID="{D7D860BE-B30E-5E46-8136-57770F47A10A}" presName="node" presStyleCnt="0"/>
      <dgm:spPr/>
    </dgm:pt>
    <dgm:pt modelId="{9ABACB43-9FBF-6841-B46F-966920BFBAD6}" type="pres">
      <dgm:prSet presAssocID="{D7D860BE-B30E-5E46-8136-57770F47A10A}" presName="parentNode" presStyleLbl="node1" presStyleIdx="2" presStyleCnt="5">
        <dgm:presLayoutVars>
          <dgm:chMax val="1"/>
          <dgm:bulletEnabled val="1"/>
        </dgm:presLayoutVars>
      </dgm:prSet>
      <dgm:spPr/>
    </dgm:pt>
    <dgm:pt modelId="{6DEA202E-8979-F046-ACE4-1A77796F1010}" type="pres">
      <dgm:prSet presAssocID="{D7D860BE-B30E-5E46-8136-57770F47A10A}" presName="childNode" presStyleLbl="revTx" presStyleIdx="0" presStyleCnt="0">
        <dgm:presLayoutVars>
          <dgm:bulletEnabled val="1"/>
        </dgm:presLayoutVars>
      </dgm:prSet>
      <dgm:spPr/>
    </dgm:pt>
    <dgm:pt modelId="{E13FD1EF-01AE-5449-A86A-A21E93923048}" type="pres">
      <dgm:prSet presAssocID="{81D00A78-24E9-EA4B-A693-4F8266AD2864}" presName="Name25" presStyleLbl="parChTrans1D1" presStyleIdx="2" presStyleCnt="4"/>
      <dgm:spPr/>
    </dgm:pt>
    <dgm:pt modelId="{96100455-FD07-F245-8C79-8D95C437E9B7}" type="pres">
      <dgm:prSet presAssocID="{29ED040C-F9B1-184F-89FD-ADB615E296EF}" presName="node" presStyleCnt="0"/>
      <dgm:spPr/>
    </dgm:pt>
    <dgm:pt modelId="{DCDEC1BC-956B-1D47-9FFC-B6AE26ED8BC9}" type="pres">
      <dgm:prSet presAssocID="{29ED040C-F9B1-184F-89FD-ADB615E296EF}" presName="parentNode" presStyleLbl="node1" presStyleIdx="3" presStyleCnt="5">
        <dgm:presLayoutVars>
          <dgm:chMax val="1"/>
          <dgm:bulletEnabled val="1"/>
        </dgm:presLayoutVars>
      </dgm:prSet>
      <dgm:spPr/>
    </dgm:pt>
    <dgm:pt modelId="{4F26C09E-E3CC-6645-9136-FA249BAA071A}" type="pres">
      <dgm:prSet presAssocID="{29ED040C-F9B1-184F-89FD-ADB615E296EF}" presName="childNode" presStyleLbl="revTx" presStyleIdx="0" presStyleCnt="0">
        <dgm:presLayoutVars>
          <dgm:bulletEnabled val="1"/>
        </dgm:presLayoutVars>
      </dgm:prSet>
      <dgm:spPr/>
    </dgm:pt>
    <dgm:pt modelId="{8E823340-8281-F844-AC72-7DB5158C55A6}" type="pres">
      <dgm:prSet presAssocID="{9EC895B5-B3F7-5843-A8BA-FCDD249AD621}" presName="Name25" presStyleLbl="parChTrans1D1" presStyleIdx="3" presStyleCnt="4"/>
      <dgm:spPr/>
    </dgm:pt>
    <dgm:pt modelId="{6B5BE421-AF5C-C544-A75C-933CF042189B}" type="pres">
      <dgm:prSet presAssocID="{02F40DA6-BF14-314D-AF1B-9CA61DFC52E0}" presName="node" presStyleCnt="0"/>
      <dgm:spPr/>
    </dgm:pt>
    <dgm:pt modelId="{6C10C27E-57EF-E744-9287-8C4B766A1BC1}" type="pres">
      <dgm:prSet presAssocID="{02F40DA6-BF14-314D-AF1B-9CA61DFC52E0}" presName="parentNode" presStyleLbl="node1" presStyleIdx="4" presStyleCnt="5">
        <dgm:presLayoutVars>
          <dgm:chMax val="1"/>
          <dgm:bulletEnabled val="1"/>
        </dgm:presLayoutVars>
      </dgm:prSet>
      <dgm:spPr/>
    </dgm:pt>
    <dgm:pt modelId="{1DD1B366-0089-B445-9BBC-5F2399DCA314}" type="pres">
      <dgm:prSet presAssocID="{02F40DA6-BF14-314D-AF1B-9CA61DFC52E0}" presName="childNode" presStyleLbl="revTx" presStyleIdx="0" presStyleCnt="0">
        <dgm:presLayoutVars>
          <dgm:bulletEnabled val="1"/>
        </dgm:presLayoutVars>
      </dgm:prSet>
      <dgm:spPr/>
    </dgm:pt>
  </dgm:ptLst>
  <dgm:cxnLst>
    <dgm:cxn modelId="{D1F02809-47D5-4A44-82C0-5F41B23D87C0}" srcId="{BF101B0D-F02D-C34B-8D12-0EED5D87723D}" destId="{C8ED743B-6420-DD46-B363-B2488BFB1AC5}" srcOrd="0" destOrd="0" parTransId="{DED6A933-852C-4447-AF9E-0177039EF7EB}" sibTransId="{2451CEC7-5FD6-0E43-83B6-E5B3B0FD0B1F}"/>
    <dgm:cxn modelId="{FC9AA15B-F6A0-4FCC-87D8-E6AC58410D6F}" type="presOf" srcId="{D7D860BE-B30E-5E46-8136-57770F47A10A}" destId="{9ABACB43-9FBF-6841-B46F-966920BFBAD6}" srcOrd="0" destOrd="0" presId="urn:microsoft.com/office/officeart/2005/8/layout/radial2"/>
    <dgm:cxn modelId="{F13BAA5E-5DD9-42E2-8DB3-BF4C6ECA7A7E}" type="presOf" srcId="{81D00A78-24E9-EA4B-A693-4F8266AD2864}" destId="{E13FD1EF-01AE-5449-A86A-A21E93923048}" srcOrd="0" destOrd="0" presId="urn:microsoft.com/office/officeart/2005/8/layout/radial2"/>
    <dgm:cxn modelId="{99044941-04D6-AA46-8DE3-EB606B5AE0C3}" srcId="{BF101B0D-F02D-C34B-8D12-0EED5D87723D}" destId="{D7D860BE-B30E-5E46-8136-57770F47A10A}" srcOrd="1" destOrd="0" parTransId="{AF8B281F-2545-6B46-951F-35927F57D5D8}" sibTransId="{198C13ED-BC0A-AB4A-AA20-9918F43BDF89}"/>
    <dgm:cxn modelId="{3FBB6562-8E51-4EB2-8806-CAA5C68C6918}" type="presOf" srcId="{C8ED743B-6420-DD46-B363-B2488BFB1AC5}" destId="{7B1A427C-C501-8F41-93A2-7E23083E1ED3}" srcOrd="0" destOrd="0" presId="urn:microsoft.com/office/officeart/2005/8/layout/radial2"/>
    <dgm:cxn modelId="{BA497F51-B650-BB43-9B11-38E0415BDF0E}" srcId="{BF101B0D-F02D-C34B-8D12-0EED5D87723D}" destId="{29ED040C-F9B1-184F-89FD-ADB615E296EF}" srcOrd="2" destOrd="0" parTransId="{81D00A78-24E9-EA4B-A693-4F8266AD2864}" sibTransId="{5CC64AFD-9249-D940-8AF0-B93D1745D5FA}"/>
    <dgm:cxn modelId="{8932E99E-B1FB-4C2D-BFBF-8A98B44DDEA0}" type="presOf" srcId="{DED6A933-852C-4447-AF9E-0177039EF7EB}" destId="{44848108-A189-3244-8EA3-C87920AA3D90}" srcOrd="0" destOrd="0" presId="urn:microsoft.com/office/officeart/2005/8/layout/radial2"/>
    <dgm:cxn modelId="{FD6369A3-3508-45AA-ACB2-3CB20929A7C2}" type="presOf" srcId="{9EC895B5-B3F7-5843-A8BA-FCDD249AD621}" destId="{8E823340-8281-F844-AC72-7DB5158C55A6}" srcOrd="0" destOrd="0" presId="urn:microsoft.com/office/officeart/2005/8/layout/radial2"/>
    <dgm:cxn modelId="{2B6574D8-762E-433D-96C5-B638E2C052D7}" type="presOf" srcId="{BF101B0D-F02D-C34B-8D12-0EED5D87723D}" destId="{DF347A1C-B1B7-E043-B38F-5BF0CC335A43}" srcOrd="0" destOrd="0" presId="urn:microsoft.com/office/officeart/2005/8/layout/radial2"/>
    <dgm:cxn modelId="{69B97BE1-E087-4EA0-9E0F-FDDB1C4017C6}" type="presOf" srcId="{02F40DA6-BF14-314D-AF1B-9CA61DFC52E0}" destId="{6C10C27E-57EF-E744-9287-8C4B766A1BC1}" srcOrd="0" destOrd="0" presId="urn:microsoft.com/office/officeart/2005/8/layout/radial2"/>
    <dgm:cxn modelId="{7847B1E7-9AB1-4777-BC8E-6F6A698CE55E}" type="presOf" srcId="{29ED040C-F9B1-184F-89FD-ADB615E296EF}" destId="{DCDEC1BC-956B-1D47-9FFC-B6AE26ED8BC9}" srcOrd="0" destOrd="0" presId="urn:microsoft.com/office/officeart/2005/8/layout/radial2"/>
    <dgm:cxn modelId="{BEF625EB-211F-5347-B201-3CB19FD2EE45}" srcId="{BF101B0D-F02D-C34B-8D12-0EED5D87723D}" destId="{02F40DA6-BF14-314D-AF1B-9CA61DFC52E0}" srcOrd="3" destOrd="0" parTransId="{9EC895B5-B3F7-5843-A8BA-FCDD249AD621}" sibTransId="{80516CF0-9F21-9040-B230-14DC4A4B11DB}"/>
    <dgm:cxn modelId="{DD5C66F0-8A51-481C-AC84-E11CF5FF7B3A}" type="presOf" srcId="{AF8B281F-2545-6B46-951F-35927F57D5D8}" destId="{04F1211F-D13E-C848-939F-2783E3A89E57}" srcOrd="0" destOrd="0" presId="urn:microsoft.com/office/officeart/2005/8/layout/radial2"/>
    <dgm:cxn modelId="{35A991E6-A198-4371-9559-6492ED7CB067}" type="presParOf" srcId="{DF347A1C-B1B7-E043-B38F-5BF0CC335A43}" destId="{160A9EC8-43C9-4045-B8B2-34C2F93A76D3}" srcOrd="0" destOrd="0" presId="urn:microsoft.com/office/officeart/2005/8/layout/radial2"/>
    <dgm:cxn modelId="{B0F853D9-24DD-4EF8-A375-828530B09B2B}" type="presParOf" srcId="{160A9EC8-43C9-4045-B8B2-34C2F93A76D3}" destId="{87221C73-CE4B-5D43-9F31-60F208790FB3}" srcOrd="0" destOrd="0" presId="urn:microsoft.com/office/officeart/2005/8/layout/radial2"/>
    <dgm:cxn modelId="{746CDF7D-4DDF-41C9-9055-4EEFCA1D6F0B}" type="presParOf" srcId="{87221C73-CE4B-5D43-9F31-60F208790FB3}" destId="{60E3BEBF-E322-1F4E-9306-7F1AD72C5745}" srcOrd="0" destOrd="0" presId="urn:microsoft.com/office/officeart/2005/8/layout/radial2"/>
    <dgm:cxn modelId="{9CA0FEE2-DFFF-4020-905F-DCA9307263A7}" type="presParOf" srcId="{87221C73-CE4B-5D43-9F31-60F208790FB3}" destId="{96A2A8D4-0069-ED41-9503-56898F9C1B20}" srcOrd="1" destOrd="0" presId="urn:microsoft.com/office/officeart/2005/8/layout/radial2"/>
    <dgm:cxn modelId="{A2EC6249-EEE2-4009-ACB4-C1C67E0CA66D}" type="presParOf" srcId="{160A9EC8-43C9-4045-B8B2-34C2F93A76D3}" destId="{44848108-A189-3244-8EA3-C87920AA3D90}" srcOrd="1" destOrd="0" presId="urn:microsoft.com/office/officeart/2005/8/layout/radial2"/>
    <dgm:cxn modelId="{98662680-489F-45EB-9BFA-AFD370CAE1D6}" type="presParOf" srcId="{160A9EC8-43C9-4045-B8B2-34C2F93A76D3}" destId="{11A7774F-DA78-7347-B08F-B74521C550B5}" srcOrd="2" destOrd="0" presId="urn:microsoft.com/office/officeart/2005/8/layout/radial2"/>
    <dgm:cxn modelId="{44811A83-76DA-4B6F-9097-E02FC0AA8964}" type="presParOf" srcId="{11A7774F-DA78-7347-B08F-B74521C550B5}" destId="{7B1A427C-C501-8F41-93A2-7E23083E1ED3}" srcOrd="0" destOrd="0" presId="urn:microsoft.com/office/officeart/2005/8/layout/radial2"/>
    <dgm:cxn modelId="{E16AC150-5855-46E2-ACA9-9000F7D79F75}" type="presParOf" srcId="{11A7774F-DA78-7347-B08F-B74521C550B5}" destId="{79441426-EC16-8745-BD5C-91EEC649316F}" srcOrd="1" destOrd="0" presId="urn:microsoft.com/office/officeart/2005/8/layout/radial2"/>
    <dgm:cxn modelId="{8BD3F6EE-2D48-41A8-B5FE-ED80110EBEDD}" type="presParOf" srcId="{160A9EC8-43C9-4045-B8B2-34C2F93A76D3}" destId="{04F1211F-D13E-C848-939F-2783E3A89E57}" srcOrd="3" destOrd="0" presId="urn:microsoft.com/office/officeart/2005/8/layout/radial2"/>
    <dgm:cxn modelId="{A7457DC5-31D3-498C-B114-46C3D53C6430}" type="presParOf" srcId="{160A9EC8-43C9-4045-B8B2-34C2F93A76D3}" destId="{D15AD59C-106B-D142-9CFF-A187A13D3E98}" srcOrd="4" destOrd="0" presId="urn:microsoft.com/office/officeart/2005/8/layout/radial2"/>
    <dgm:cxn modelId="{A7645107-A7F5-4C41-B6B2-E2A274045683}" type="presParOf" srcId="{D15AD59C-106B-D142-9CFF-A187A13D3E98}" destId="{9ABACB43-9FBF-6841-B46F-966920BFBAD6}" srcOrd="0" destOrd="0" presId="urn:microsoft.com/office/officeart/2005/8/layout/radial2"/>
    <dgm:cxn modelId="{151271BC-1C86-4203-9F77-FB1174BD1537}" type="presParOf" srcId="{D15AD59C-106B-D142-9CFF-A187A13D3E98}" destId="{6DEA202E-8979-F046-ACE4-1A77796F1010}" srcOrd="1" destOrd="0" presId="urn:microsoft.com/office/officeart/2005/8/layout/radial2"/>
    <dgm:cxn modelId="{81700DAC-0511-4FB4-8B99-F52BACB71D2C}" type="presParOf" srcId="{160A9EC8-43C9-4045-B8B2-34C2F93A76D3}" destId="{E13FD1EF-01AE-5449-A86A-A21E93923048}" srcOrd="5" destOrd="0" presId="urn:microsoft.com/office/officeart/2005/8/layout/radial2"/>
    <dgm:cxn modelId="{6DFE3AAB-1B1E-4110-9B7D-93C4DC7ACE87}" type="presParOf" srcId="{160A9EC8-43C9-4045-B8B2-34C2F93A76D3}" destId="{96100455-FD07-F245-8C79-8D95C437E9B7}" srcOrd="6" destOrd="0" presId="urn:microsoft.com/office/officeart/2005/8/layout/radial2"/>
    <dgm:cxn modelId="{9A1E2D09-7D6A-45C4-9F35-8BBEF306BDEC}" type="presParOf" srcId="{96100455-FD07-F245-8C79-8D95C437E9B7}" destId="{DCDEC1BC-956B-1D47-9FFC-B6AE26ED8BC9}" srcOrd="0" destOrd="0" presId="urn:microsoft.com/office/officeart/2005/8/layout/radial2"/>
    <dgm:cxn modelId="{C43C5465-6B4A-48BF-9976-B727868EE783}" type="presParOf" srcId="{96100455-FD07-F245-8C79-8D95C437E9B7}" destId="{4F26C09E-E3CC-6645-9136-FA249BAA071A}" srcOrd="1" destOrd="0" presId="urn:microsoft.com/office/officeart/2005/8/layout/radial2"/>
    <dgm:cxn modelId="{088B0C56-446B-498D-B732-1E5C89C12AD2}" type="presParOf" srcId="{160A9EC8-43C9-4045-B8B2-34C2F93A76D3}" destId="{8E823340-8281-F844-AC72-7DB5158C55A6}" srcOrd="7" destOrd="0" presId="urn:microsoft.com/office/officeart/2005/8/layout/radial2"/>
    <dgm:cxn modelId="{62ACE1DA-F212-4A32-96F7-CED78B70D2ED}" type="presParOf" srcId="{160A9EC8-43C9-4045-B8B2-34C2F93A76D3}" destId="{6B5BE421-AF5C-C544-A75C-933CF042189B}" srcOrd="8" destOrd="0" presId="urn:microsoft.com/office/officeart/2005/8/layout/radial2"/>
    <dgm:cxn modelId="{DD4E4FD3-1FA7-4E56-AF6A-8C2B861E6382}" type="presParOf" srcId="{6B5BE421-AF5C-C544-A75C-933CF042189B}" destId="{6C10C27E-57EF-E744-9287-8C4B766A1BC1}" srcOrd="0" destOrd="0" presId="urn:microsoft.com/office/officeart/2005/8/layout/radial2"/>
    <dgm:cxn modelId="{746CEB37-E942-4794-95C3-8C400EA0097B}" type="presParOf" srcId="{6B5BE421-AF5C-C544-A75C-933CF042189B}" destId="{1DD1B366-0089-B445-9BBC-5F2399DCA314}" srcOrd="1" destOrd="0" presId="urn:microsoft.com/office/officeart/2005/8/layout/radial2"/>
  </dgm:cxnLst>
  <dgm:bg/>
  <dgm:whole/>
  <dgm:extLst>
    <a:ext uri="http://schemas.microsoft.com/office/drawing/2008/diagram">
      <dsp:dataModelExt xmlns:dsp="http://schemas.microsoft.com/office/drawing/2008/diagram" relId="rId6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896E39-858F-4193-93B5-907F16024AFD}">
      <dsp:nvSpPr>
        <dsp:cNvPr id="0" name=""/>
        <dsp:cNvSpPr/>
      </dsp:nvSpPr>
      <dsp:spPr>
        <a:xfrm>
          <a:off x="4911" y="445699"/>
          <a:ext cx="1741803" cy="1300219"/>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90000"/>
            </a:lnSpc>
            <a:spcBef>
              <a:spcPct val="0"/>
            </a:spcBef>
            <a:spcAft>
              <a:spcPct val="15000"/>
            </a:spcAft>
            <a:buChar char="•"/>
          </a:pPr>
          <a:r>
            <a:rPr lang="es-MX" sz="1400" b="0" i="0" kern="1200" dirty="0"/>
            <a:t>Esfuerzo temporal para crear un resultado único.</a:t>
          </a:r>
          <a:endParaRPr lang="es-MX" sz="1400" kern="1200" dirty="0"/>
        </a:p>
      </dsp:txBody>
      <dsp:txXfrm>
        <a:off x="35377" y="476165"/>
        <a:ext cx="1680871" cy="1269753"/>
      </dsp:txXfrm>
    </dsp:sp>
    <dsp:sp modelId="{6FD7E7F4-9BD0-4B4A-BD8B-2468F619CA29}">
      <dsp:nvSpPr>
        <dsp:cNvPr id="0" name=""/>
        <dsp:cNvSpPr/>
      </dsp:nvSpPr>
      <dsp:spPr>
        <a:xfrm>
          <a:off x="4911" y="1745918"/>
          <a:ext cx="1741803" cy="55909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0" rIns="16510" bIns="0" numCol="1" spcCol="1270" anchor="ctr" anchorCtr="0">
          <a:noAutofit/>
        </a:bodyPr>
        <a:lstStyle/>
        <a:p>
          <a:pPr marL="0" lvl="0" indent="0" algn="l" defTabSz="577850">
            <a:lnSpc>
              <a:spcPct val="90000"/>
            </a:lnSpc>
            <a:spcBef>
              <a:spcPct val="0"/>
            </a:spcBef>
            <a:spcAft>
              <a:spcPct val="35000"/>
            </a:spcAft>
            <a:buNone/>
          </a:pPr>
          <a:r>
            <a:rPr lang="es-MX" sz="1300" b="1" i="0" kern="1200" dirty="0"/>
            <a:t>Proyecto</a:t>
          </a:r>
          <a:endParaRPr lang="es-MX" sz="1300" kern="1200" dirty="0"/>
        </a:p>
      </dsp:txBody>
      <dsp:txXfrm>
        <a:off x="4911" y="1745918"/>
        <a:ext cx="1226622" cy="559094"/>
      </dsp:txXfrm>
    </dsp:sp>
    <dsp:sp modelId="{2849702F-1091-4C87-851F-FE6933F7EA8D}">
      <dsp:nvSpPr>
        <dsp:cNvPr id="0" name=""/>
        <dsp:cNvSpPr/>
      </dsp:nvSpPr>
      <dsp:spPr>
        <a:xfrm>
          <a:off x="1280806" y="1834725"/>
          <a:ext cx="609631" cy="609631"/>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DB2D23D-E7F4-481C-BE51-927BAFCF8733}">
      <dsp:nvSpPr>
        <dsp:cNvPr id="0" name=""/>
        <dsp:cNvSpPr/>
      </dsp:nvSpPr>
      <dsp:spPr>
        <a:xfrm>
          <a:off x="2041470" y="445699"/>
          <a:ext cx="1741803" cy="1300219"/>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45720" rIns="15240" bIns="15240" numCol="1" spcCol="1270" anchor="t" anchorCtr="0">
          <a:noAutofit/>
        </a:bodyPr>
        <a:lstStyle/>
        <a:p>
          <a:pPr marL="114300" lvl="1" indent="-114300" algn="l" defTabSz="533400">
            <a:lnSpc>
              <a:spcPct val="90000"/>
            </a:lnSpc>
            <a:spcBef>
              <a:spcPct val="0"/>
            </a:spcBef>
            <a:spcAft>
              <a:spcPct val="15000"/>
            </a:spcAft>
            <a:buChar char="•"/>
          </a:pPr>
          <a:r>
            <a:rPr lang="es-MX" sz="1200" b="0" i="0" kern="1200" dirty="0"/>
            <a:t>Aplicación de conocimientos, habilidades y herramientas para cumplir con los objetivos del proyecto.</a:t>
          </a:r>
          <a:endParaRPr lang="es-MX" sz="1200" kern="1200" dirty="0"/>
        </a:p>
      </dsp:txBody>
      <dsp:txXfrm>
        <a:off x="2071936" y="476165"/>
        <a:ext cx="1680871" cy="1269753"/>
      </dsp:txXfrm>
    </dsp:sp>
    <dsp:sp modelId="{227F7557-CF49-41A6-9F56-6491D5B5AC2C}">
      <dsp:nvSpPr>
        <dsp:cNvPr id="0" name=""/>
        <dsp:cNvSpPr/>
      </dsp:nvSpPr>
      <dsp:spPr>
        <a:xfrm>
          <a:off x="2041470" y="1745918"/>
          <a:ext cx="1741803" cy="55909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0" rIns="16510" bIns="0" numCol="1" spcCol="1270" anchor="ctr" anchorCtr="0">
          <a:noAutofit/>
        </a:bodyPr>
        <a:lstStyle/>
        <a:p>
          <a:pPr marL="0" lvl="0" indent="0" algn="l" defTabSz="577850">
            <a:lnSpc>
              <a:spcPct val="90000"/>
            </a:lnSpc>
            <a:spcBef>
              <a:spcPct val="0"/>
            </a:spcBef>
            <a:spcAft>
              <a:spcPct val="35000"/>
            </a:spcAft>
            <a:buNone/>
          </a:pPr>
          <a:r>
            <a:rPr lang="es-MX" sz="1300" b="1" i="0" kern="1200" dirty="0"/>
            <a:t>Administración de Proyectos</a:t>
          </a:r>
          <a:endParaRPr lang="es-MX" sz="1300" kern="1200" dirty="0"/>
        </a:p>
      </dsp:txBody>
      <dsp:txXfrm>
        <a:off x="2041470" y="1745918"/>
        <a:ext cx="1226622" cy="559094"/>
      </dsp:txXfrm>
    </dsp:sp>
    <dsp:sp modelId="{57D044B8-1EAB-41D3-B147-63EEAA09CF24}">
      <dsp:nvSpPr>
        <dsp:cNvPr id="0" name=""/>
        <dsp:cNvSpPr/>
      </dsp:nvSpPr>
      <dsp:spPr>
        <a:xfrm>
          <a:off x="3317365" y="1834725"/>
          <a:ext cx="609631" cy="609631"/>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4000" b="-4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C59C942-5ABB-48BA-9947-1EBAE1E32DDD}">
      <dsp:nvSpPr>
        <dsp:cNvPr id="0" name=""/>
        <dsp:cNvSpPr/>
      </dsp:nvSpPr>
      <dsp:spPr>
        <a:xfrm>
          <a:off x="4078028" y="445699"/>
          <a:ext cx="1741803" cy="1300219"/>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57150" rIns="19050" bIns="19050" numCol="1" spcCol="1270" anchor="t" anchorCtr="0">
          <a:noAutofit/>
        </a:bodyPr>
        <a:lstStyle/>
        <a:p>
          <a:pPr marL="114300" lvl="1" indent="-114300" algn="l" defTabSz="666750">
            <a:lnSpc>
              <a:spcPct val="90000"/>
            </a:lnSpc>
            <a:spcBef>
              <a:spcPct val="0"/>
            </a:spcBef>
            <a:spcAft>
              <a:spcPct val="15000"/>
            </a:spcAft>
            <a:buChar char="•"/>
          </a:pPr>
          <a:r>
            <a:rPr lang="es-MX" sz="1500" b="0" i="0" kern="1200" dirty="0"/>
            <a:t>Organización que promueve estándares de gestión de proyectos</a:t>
          </a:r>
          <a:endParaRPr lang="es-MX" sz="1500" kern="1200" dirty="0"/>
        </a:p>
      </dsp:txBody>
      <dsp:txXfrm>
        <a:off x="4108494" y="476165"/>
        <a:ext cx="1680871" cy="1269753"/>
      </dsp:txXfrm>
    </dsp:sp>
    <dsp:sp modelId="{848DEC9C-CEC4-48A0-B849-C3D317D6D72F}">
      <dsp:nvSpPr>
        <dsp:cNvPr id="0" name=""/>
        <dsp:cNvSpPr/>
      </dsp:nvSpPr>
      <dsp:spPr>
        <a:xfrm>
          <a:off x="4078028" y="1745918"/>
          <a:ext cx="1741803" cy="55909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0" rIns="16510" bIns="0" numCol="1" spcCol="1270" anchor="ctr" anchorCtr="0">
          <a:noAutofit/>
        </a:bodyPr>
        <a:lstStyle/>
        <a:p>
          <a:pPr marL="0" lvl="0" indent="0" algn="l" defTabSz="577850">
            <a:lnSpc>
              <a:spcPct val="90000"/>
            </a:lnSpc>
            <a:spcBef>
              <a:spcPct val="0"/>
            </a:spcBef>
            <a:spcAft>
              <a:spcPct val="35000"/>
            </a:spcAft>
            <a:buNone/>
          </a:pPr>
          <a:r>
            <a:rPr lang="es-MX" sz="1300" b="1" i="0" kern="1200" dirty="0"/>
            <a:t>PMI</a:t>
          </a:r>
          <a:endParaRPr lang="es-MX" sz="1300" kern="1200" dirty="0"/>
        </a:p>
      </dsp:txBody>
      <dsp:txXfrm>
        <a:off x="4078028" y="1745918"/>
        <a:ext cx="1226622" cy="559094"/>
      </dsp:txXfrm>
    </dsp:sp>
    <dsp:sp modelId="{BBBE087F-79C1-42F2-8207-A86B8A3D6253}">
      <dsp:nvSpPr>
        <dsp:cNvPr id="0" name=""/>
        <dsp:cNvSpPr/>
      </dsp:nvSpPr>
      <dsp:spPr>
        <a:xfrm>
          <a:off x="5353923" y="1834725"/>
          <a:ext cx="609631" cy="609631"/>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25000" r="-25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93A3815-3AC1-4A8F-884E-EB1315CC2DA2}">
      <dsp:nvSpPr>
        <dsp:cNvPr id="0" name=""/>
        <dsp:cNvSpPr/>
      </dsp:nvSpPr>
      <dsp:spPr>
        <a:xfrm>
          <a:off x="6114587" y="445699"/>
          <a:ext cx="1741803" cy="1300219"/>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57150" rIns="19050" bIns="19050" numCol="1" spcCol="1270" anchor="t" anchorCtr="0">
          <a:noAutofit/>
        </a:bodyPr>
        <a:lstStyle/>
        <a:p>
          <a:pPr marL="114300" lvl="1" indent="-114300" algn="l" defTabSz="666750">
            <a:lnSpc>
              <a:spcPct val="90000"/>
            </a:lnSpc>
            <a:spcBef>
              <a:spcPct val="0"/>
            </a:spcBef>
            <a:spcAft>
              <a:spcPct val="15000"/>
            </a:spcAft>
            <a:buChar char="•"/>
          </a:pPr>
          <a:r>
            <a:rPr lang="es-MX" sz="1500" b="0" i="0" kern="1200" dirty="0"/>
            <a:t>Secuencia de fases desde inicio hasta cierre.</a:t>
          </a:r>
          <a:endParaRPr lang="es-MX" sz="1500" kern="1200" dirty="0"/>
        </a:p>
      </dsp:txBody>
      <dsp:txXfrm>
        <a:off x="6145053" y="476165"/>
        <a:ext cx="1680871" cy="1269753"/>
      </dsp:txXfrm>
    </dsp:sp>
    <dsp:sp modelId="{A9DE3421-A679-4960-AF6C-86C77DAF38D5}">
      <dsp:nvSpPr>
        <dsp:cNvPr id="0" name=""/>
        <dsp:cNvSpPr/>
      </dsp:nvSpPr>
      <dsp:spPr>
        <a:xfrm>
          <a:off x="6114587" y="1745918"/>
          <a:ext cx="1741803" cy="55909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0" rIns="16510" bIns="0" numCol="1" spcCol="1270" anchor="ctr" anchorCtr="0">
          <a:noAutofit/>
        </a:bodyPr>
        <a:lstStyle/>
        <a:p>
          <a:pPr marL="0" lvl="0" indent="0" algn="l" defTabSz="577850">
            <a:lnSpc>
              <a:spcPct val="90000"/>
            </a:lnSpc>
            <a:spcBef>
              <a:spcPct val="0"/>
            </a:spcBef>
            <a:spcAft>
              <a:spcPct val="35000"/>
            </a:spcAft>
            <a:buNone/>
          </a:pPr>
          <a:r>
            <a:rPr lang="es-MX" sz="1300" b="1" i="0" kern="1200" dirty="0"/>
            <a:t>Ciclo de Vida del Proyecto</a:t>
          </a:r>
          <a:endParaRPr lang="es-MX" sz="1300" kern="1200" dirty="0"/>
        </a:p>
      </dsp:txBody>
      <dsp:txXfrm>
        <a:off x="6114587" y="1745918"/>
        <a:ext cx="1226622" cy="559094"/>
      </dsp:txXfrm>
    </dsp:sp>
    <dsp:sp modelId="{A7B00509-D499-4536-B3D1-CE3ECF413D68}">
      <dsp:nvSpPr>
        <dsp:cNvPr id="0" name=""/>
        <dsp:cNvSpPr/>
      </dsp:nvSpPr>
      <dsp:spPr>
        <a:xfrm>
          <a:off x="7390481" y="1834725"/>
          <a:ext cx="609631" cy="609631"/>
        </a:xfrm>
        <a:prstGeom prst="ellipse">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17000" r="-17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9A28876-3B25-48EA-B3DF-B032EA354547}">
      <dsp:nvSpPr>
        <dsp:cNvPr id="0" name=""/>
        <dsp:cNvSpPr/>
      </dsp:nvSpPr>
      <dsp:spPr>
        <a:xfrm>
          <a:off x="1023191" y="2746294"/>
          <a:ext cx="1741803" cy="1300219"/>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57150" rIns="19050" bIns="19050" numCol="1" spcCol="1270" anchor="t" anchorCtr="0">
          <a:noAutofit/>
        </a:bodyPr>
        <a:lstStyle/>
        <a:p>
          <a:pPr marL="114300" lvl="1" indent="-114300" algn="l" defTabSz="666750">
            <a:lnSpc>
              <a:spcPct val="90000"/>
            </a:lnSpc>
            <a:spcBef>
              <a:spcPct val="0"/>
            </a:spcBef>
            <a:spcAft>
              <a:spcPct val="15000"/>
            </a:spcAft>
            <a:buChar char="•"/>
          </a:pPr>
          <a:r>
            <a:rPr lang="es-MX" sz="1500" b="0" i="0" kern="1200" dirty="0"/>
            <a:t>Descomposición jerárquica del alcance del proyecto.</a:t>
          </a:r>
          <a:endParaRPr lang="es-MX" sz="1500" kern="1200" dirty="0"/>
        </a:p>
      </dsp:txBody>
      <dsp:txXfrm>
        <a:off x="1053657" y="2776760"/>
        <a:ext cx="1680871" cy="1269753"/>
      </dsp:txXfrm>
    </dsp:sp>
    <dsp:sp modelId="{9BC9C7AF-41DE-4247-9DE7-CE3714102FA0}">
      <dsp:nvSpPr>
        <dsp:cNvPr id="0" name=""/>
        <dsp:cNvSpPr/>
      </dsp:nvSpPr>
      <dsp:spPr>
        <a:xfrm>
          <a:off x="1023191" y="4046514"/>
          <a:ext cx="1741803" cy="55909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0" rIns="16510" bIns="0" numCol="1" spcCol="1270" anchor="ctr" anchorCtr="0">
          <a:noAutofit/>
        </a:bodyPr>
        <a:lstStyle/>
        <a:p>
          <a:pPr marL="0" lvl="0" indent="0" algn="l" defTabSz="577850">
            <a:lnSpc>
              <a:spcPct val="90000"/>
            </a:lnSpc>
            <a:spcBef>
              <a:spcPct val="0"/>
            </a:spcBef>
            <a:spcAft>
              <a:spcPct val="35000"/>
            </a:spcAft>
            <a:buNone/>
          </a:pPr>
          <a:r>
            <a:rPr lang="es-MX" sz="1300" b="1" i="0" kern="1200" dirty="0"/>
            <a:t>Estructura de Desglose del Trabajo (EDT)</a:t>
          </a:r>
          <a:endParaRPr lang="es-MX" sz="1300" kern="1200" dirty="0"/>
        </a:p>
      </dsp:txBody>
      <dsp:txXfrm>
        <a:off x="1023191" y="4046514"/>
        <a:ext cx="1226622" cy="559094"/>
      </dsp:txXfrm>
    </dsp:sp>
    <dsp:sp modelId="{A27C45E1-5662-41E5-975F-2A03A29627C8}">
      <dsp:nvSpPr>
        <dsp:cNvPr id="0" name=""/>
        <dsp:cNvSpPr/>
      </dsp:nvSpPr>
      <dsp:spPr>
        <a:xfrm>
          <a:off x="2299085" y="4135321"/>
          <a:ext cx="609631" cy="609631"/>
        </a:xfrm>
        <a:prstGeom prst="ellipse">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t="-2000" b="-2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C7C8746-2992-4A72-B720-D3AF351BED83}">
      <dsp:nvSpPr>
        <dsp:cNvPr id="0" name=""/>
        <dsp:cNvSpPr/>
      </dsp:nvSpPr>
      <dsp:spPr>
        <a:xfrm>
          <a:off x="3059749" y="2746294"/>
          <a:ext cx="1741803" cy="1300219"/>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57150" rIns="19050" bIns="19050" numCol="1" spcCol="1270" anchor="t" anchorCtr="0">
          <a:noAutofit/>
        </a:bodyPr>
        <a:lstStyle/>
        <a:p>
          <a:pPr marL="114300" lvl="1" indent="-114300" algn="l" defTabSz="666750">
            <a:lnSpc>
              <a:spcPct val="90000"/>
            </a:lnSpc>
            <a:spcBef>
              <a:spcPct val="0"/>
            </a:spcBef>
            <a:spcAft>
              <a:spcPct val="15000"/>
            </a:spcAft>
            <a:buChar char="•"/>
          </a:pPr>
          <a:r>
            <a:rPr lang="es-MX" sz="1500" b="0" i="0" kern="1200" dirty="0"/>
            <a:t>Incertidumbre que puede afectar los objetivos del proyecto.</a:t>
          </a:r>
          <a:endParaRPr lang="es-MX" sz="1500" kern="1200" dirty="0"/>
        </a:p>
      </dsp:txBody>
      <dsp:txXfrm>
        <a:off x="3090215" y="2776760"/>
        <a:ext cx="1680871" cy="1269753"/>
      </dsp:txXfrm>
    </dsp:sp>
    <dsp:sp modelId="{6C2AF5FC-9F89-473B-B080-0A3205432ADE}">
      <dsp:nvSpPr>
        <dsp:cNvPr id="0" name=""/>
        <dsp:cNvSpPr/>
      </dsp:nvSpPr>
      <dsp:spPr>
        <a:xfrm>
          <a:off x="3059749" y="4046514"/>
          <a:ext cx="1741803" cy="55909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0" rIns="16510" bIns="0" numCol="1" spcCol="1270" anchor="ctr" anchorCtr="0">
          <a:noAutofit/>
        </a:bodyPr>
        <a:lstStyle/>
        <a:p>
          <a:pPr marL="0" lvl="0" indent="0" algn="l" defTabSz="577850">
            <a:lnSpc>
              <a:spcPct val="90000"/>
            </a:lnSpc>
            <a:spcBef>
              <a:spcPct val="0"/>
            </a:spcBef>
            <a:spcAft>
              <a:spcPct val="35000"/>
            </a:spcAft>
            <a:buNone/>
          </a:pPr>
          <a:r>
            <a:rPr lang="es-MX" sz="1300" b="1" i="0" kern="1200" dirty="0"/>
            <a:t>Riesgo del Proyecto</a:t>
          </a:r>
          <a:endParaRPr lang="es-MX" sz="1300" kern="1200" dirty="0"/>
        </a:p>
      </dsp:txBody>
      <dsp:txXfrm>
        <a:off x="3059749" y="4046514"/>
        <a:ext cx="1226622" cy="559094"/>
      </dsp:txXfrm>
    </dsp:sp>
    <dsp:sp modelId="{4B4A3A19-E2C8-4D7C-81C2-16157416A235}">
      <dsp:nvSpPr>
        <dsp:cNvPr id="0" name=""/>
        <dsp:cNvSpPr/>
      </dsp:nvSpPr>
      <dsp:spPr>
        <a:xfrm>
          <a:off x="4335644" y="4135321"/>
          <a:ext cx="609631" cy="609631"/>
        </a:xfrm>
        <a:prstGeom prst="ellipse">
          <a:avLst/>
        </a:prstGeom>
        <a:blipFill>
          <a:blip xmlns:r="http://schemas.openxmlformats.org/officeDocument/2006/relationships" r:embed="rId6">
            <a:extLst>
              <a:ext uri="{28A0092B-C50C-407E-A947-70E740481C1C}">
                <a14:useLocalDpi xmlns:a14="http://schemas.microsoft.com/office/drawing/2010/main" val="0"/>
              </a:ext>
            </a:extLst>
          </a:blip>
          <a:srcRect/>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CF496C7-B466-4ECF-87A0-ACF4E465AC6E}">
      <dsp:nvSpPr>
        <dsp:cNvPr id="0" name=""/>
        <dsp:cNvSpPr/>
      </dsp:nvSpPr>
      <dsp:spPr>
        <a:xfrm>
          <a:off x="5096307" y="2746294"/>
          <a:ext cx="1741803" cy="1300219"/>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57150" rIns="19050" bIns="19050" numCol="1" spcCol="1270" anchor="t" anchorCtr="0">
          <a:noAutofit/>
        </a:bodyPr>
        <a:lstStyle/>
        <a:p>
          <a:pPr marL="114300" lvl="1" indent="-114300" algn="l" defTabSz="666750">
            <a:lnSpc>
              <a:spcPct val="90000"/>
            </a:lnSpc>
            <a:spcBef>
              <a:spcPct val="0"/>
            </a:spcBef>
            <a:spcAft>
              <a:spcPct val="15000"/>
            </a:spcAft>
            <a:buChar char="•"/>
          </a:pPr>
          <a:r>
            <a:rPr lang="es-MX" sz="1500" b="0" i="0" kern="1200" dirty="0"/>
            <a:t>Planificación y gestión de información relevante para las partes interesadas.</a:t>
          </a:r>
          <a:endParaRPr lang="es-MX" sz="1500" kern="1200" dirty="0"/>
        </a:p>
      </dsp:txBody>
      <dsp:txXfrm>
        <a:off x="5126773" y="2776760"/>
        <a:ext cx="1680871" cy="1269753"/>
      </dsp:txXfrm>
    </dsp:sp>
    <dsp:sp modelId="{C1A9D6CF-F4C9-43B5-B9F8-31BE00EB047C}">
      <dsp:nvSpPr>
        <dsp:cNvPr id="0" name=""/>
        <dsp:cNvSpPr/>
      </dsp:nvSpPr>
      <dsp:spPr>
        <a:xfrm>
          <a:off x="5096307" y="4046514"/>
          <a:ext cx="1741803" cy="55909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0" rIns="16510" bIns="0" numCol="1" spcCol="1270" anchor="ctr" anchorCtr="0">
          <a:noAutofit/>
        </a:bodyPr>
        <a:lstStyle/>
        <a:p>
          <a:pPr marL="0" lvl="0" indent="0" algn="l" defTabSz="577850">
            <a:lnSpc>
              <a:spcPct val="90000"/>
            </a:lnSpc>
            <a:spcBef>
              <a:spcPct val="0"/>
            </a:spcBef>
            <a:spcAft>
              <a:spcPct val="35000"/>
            </a:spcAft>
            <a:buNone/>
          </a:pPr>
          <a:r>
            <a:rPr lang="es-MX" sz="1300" b="1" i="0" kern="1200" dirty="0"/>
            <a:t>Comunicación del Proyecto</a:t>
          </a:r>
          <a:endParaRPr lang="es-MX" sz="1300" kern="1200" dirty="0"/>
        </a:p>
      </dsp:txBody>
      <dsp:txXfrm>
        <a:off x="5096307" y="4046514"/>
        <a:ext cx="1226622" cy="559094"/>
      </dsp:txXfrm>
    </dsp:sp>
    <dsp:sp modelId="{086CA48D-AA28-4BC8-9D94-51869B018347}">
      <dsp:nvSpPr>
        <dsp:cNvPr id="0" name=""/>
        <dsp:cNvSpPr/>
      </dsp:nvSpPr>
      <dsp:spPr>
        <a:xfrm>
          <a:off x="6372202" y="4135321"/>
          <a:ext cx="609631" cy="609631"/>
        </a:xfrm>
        <a:prstGeom prst="ellipse">
          <a:avLst/>
        </a:prstGeom>
        <a:blipFill>
          <a:blip xmlns:r="http://schemas.openxmlformats.org/officeDocument/2006/relationships" r:embed="rId7">
            <a:extLst>
              <a:ext uri="{28A0092B-C50C-407E-A947-70E740481C1C}">
                <a14:useLocalDpi xmlns:a14="http://schemas.microsoft.com/office/drawing/2010/main" val="0"/>
              </a:ext>
            </a:extLst>
          </a:blip>
          <a:srcRect/>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B87D50-A5C0-4D42-8F17-D6686DB23436}">
      <dsp:nvSpPr>
        <dsp:cNvPr id="0" name=""/>
        <dsp:cNvSpPr/>
      </dsp:nvSpPr>
      <dsp:spPr>
        <a:xfrm>
          <a:off x="0" y="332089"/>
          <a:ext cx="4771175" cy="6961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0296" tIns="354076" rIns="370296" bIns="113792" numCol="1" spcCol="1270" anchor="t" anchorCtr="0">
          <a:noAutofit/>
        </a:bodyPr>
        <a:lstStyle/>
        <a:p>
          <a:pPr marL="171450" lvl="1" indent="-171450" algn="l" defTabSz="711200">
            <a:lnSpc>
              <a:spcPct val="90000"/>
            </a:lnSpc>
            <a:spcBef>
              <a:spcPct val="0"/>
            </a:spcBef>
            <a:spcAft>
              <a:spcPct val="15000"/>
            </a:spcAft>
            <a:buChar char="•"/>
          </a:pPr>
          <a:r>
            <a:rPr lang="es-MX" sz="1600" kern="1200" dirty="0">
              <a:latin typeface="Roboto" panose="02000000000000000000" pitchFamily="2" charset="0"/>
              <a:ea typeface="Roboto" panose="02000000000000000000" pitchFamily="2" charset="0"/>
              <a:cs typeface="Roboto" panose="02000000000000000000" pitchFamily="2" charset="0"/>
            </a:rPr>
            <a:t>Nombre de la Organización</a:t>
          </a:r>
        </a:p>
      </dsp:txBody>
      <dsp:txXfrm>
        <a:off x="0" y="332089"/>
        <a:ext cx="4771175" cy="696150"/>
      </dsp:txXfrm>
    </dsp:sp>
    <dsp:sp modelId="{F4D109B9-84D7-4D11-AC08-94113A941D27}">
      <dsp:nvSpPr>
        <dsp:cNvPr id="0" name=""/>
        <dsp:cNvSpPr/>
      </dsp:nvSpPr>
      <dsp:spPr>
        <a:xfrm>
          <a:off x="238558" y="60648"/>
          <a:ext cx="3339822"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6237" tIns="0" rIns="126237" bIns="0" numCol="1" spcCol="1270" anchor="ctr" anchorCtr="0">
          <a:noAutofit/>
        </a:bodyPr>
        <a:lstStyle/>
        <a:p>
          <a:pPr marL="0" lvl="0" indent="0" algn="l" defTabSz="711200">
            <a:lnSpc>
              <a:spcPct val="90000"/>
            </a:lnSpc>
            <a:spcBef>
              <a:spcPct val="0"/>
            </a:spcBef>
            <a:spcAft>
              <a:spcPct val="35000"/>
            </a:spcAft>
            <a:buNone/>
          </a:pPr>
          <a:r>
            <a:rPr lang="es-MX" sz="1600" b="1" kern="1200" dirty="0" err="1">
              <a:latin typeface="Roboto" panose="02000000000000000000" pitchFamily="2" charset="0"/>
              <a:ea typeface="Roboto" panose="02000000000000000000" pitchFamily="2" charset="0"/>
              <a:cs typeface="Roboto" panose="02000000000000000000" pitchFamily="2" charset="0"/>
            </a:rPr>
            <a:t>CyberSystems</a:t>
          </a:r>
          <a:r>
            <a:rPr lang="es-MX" sz="1600" b="1" kern="1200" dirty="0">
              <a:latin typeface="Roboto" panose="02000000000000000000" pitchFamily="2" charset="0"/>
              <a:ea typeface="Roboto" panose="02000000000000000000" pitchFamily="2" charset="0"/>
              <a:cs typeface="Roboto" panose="02000000000000000000" pitchFamily="2" charset="0"/>
            </a:rPr>
            <a:t> Sistemas Automatizados S.A. de C.V.</a:t>
          </a:r>
          <a:endParaRPr lang="es-MX" sz="1600" kern="1200" dirty="0">
            <a:latin typeface="Roboto" panose="02000000000000000000" pitchFamily="2" charset="0"/>
            <a:ea typeface="Roboto" panose="02000000000000000000" pitchFamily="2" charset="0"/>
            <a:cs typeface="Roboto" panose="02000000000000000000" pitchFamily="2" charset="0"/>
          </a:endParaRPr>
        </a:p>
      </dsp:txBody>
      <dsp:txXfrm>
        <a:off x="263056" y="85146"/>
        <a:ext cx="3290826" cy="452844"/>
      </dsp:txXfrm>
    </dsp:sp>
    <dsp:sp modelId="{4A70EEDD-F90E-4C2B-B944-5EA24E7FE1A9}">
      <dsp:nvSpPr>
        <dsp:cNvPr id="0" name=""/>
        <dsp:cNvSpPr/>
      </dsp:nvSpPr>
      <dsp:spPr>
        <a:xfrm>
          <a:off x="0" y="1350438"/>
          <a:ext cx="4771175" cy="6961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0296" tIns="354076" rIns="370296" bIns="113792" numCol="1" spcCol="1270" anchor="t" anchorCtr="0">
          <a:noAutofit/>
        </a:bodyPr>
        <a:lstStyle/>
        <a:p>
          <a:pPr marL="171450" lvl="1" indent="-171450" algn="l" defTabSz="711200">
            <a:lnSpc>
              <a:spcPct val="90000"/>
            </a:lnSpc>
            <a:spcBef>
              <a:spcPct val="0"/>
            </a:spcBef>
            <a:spcAft>
              <a:spcPct val="15000"/>
            </a:spcAft>
            <a:buChar char="•"/>
          </a:pPr>
          <a:r>
            <a:rPr lang="es-MX" sz="1600" kern="1200" dirty="0">
              <a:latin typeface="Roboto" panose="02000000000000000000" pitchFamily="2" charset="0"/>
              <a:ea typeface="Roboto" panose="02000000000000000000" pitchFamily="2" charset="0"/>
              <a:cs typeface="Roboto" panose="02000000000000000000" pitchFamily="2" charset="0"/>
            </a:rPr>
            <a:t>Nombre de Proyecto</a:t>
          </a:r>
        </a:p>
      </dsp:txBody>
      <dsp:txXfrm>
        <a:off x="0" y="1350438"/>
        <a:ext cx="4771175" cy="696150"/>
      </dsp:txXfrm>
    </dsp:sp>
    <dsp:sp modelId="{01D57B05-155C-4954-9023-A9BE0B22ACA9}">
      <dsp:nvSpPr>
        <dsp:cNvPr id="0" name=""/>
        <dsp:cNvSpPr/>
      </dsp:nvSpPr>
      <dsp:spPr>
        <a:xfrm>
          <a:off x="227143" y="1099518"/>
          <a:ext cx="4542862"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6237" tIns="0" rIns="126237" bIns="0" numCol="1" spcCol="1270" anchor="ctr" anchorCtr="0">
          <a:noAutofit/>
        </a:bodyPr>
        <a:lstStyle/>
        <a:p>
          <a:pPr marL="0" lvl="0" indent="0" algn="l" defTabSz="711200">
            <a:lnSpc>
              <a:spcPct val="90000"/>
            </a:lnSpc>
            <a:spcBef>
              <a:spcPct val="0"/>
            </a:spcBef>
            <a:spcAft>
              <a:spcPct val="35000"/>
            </a:spcAft>
            <a:buNone/>
          </a:pPr>
          <a:r>
            <a:rPr lang="es-MX" sz="1600" kern="1200" dirty="0">
              <a:latin typeface="Roboto" panose="02000000000000000000" pitchFamily="2" charset="0"/>
              <a:ea typeface="Roboto" panose="02000000000000000000" pitchFamily="2" charset="0"/>
              <a:cs typeface="Roboto" panose="02000000000000000000" pitchFamily="2" charset="0"/>
            </a:rPr>
            <a:t>Proyecto: Desarrollo de Sensor Inteligente RFID para Transporte Público</a:t>
          </a:r>
        </a:p>
      </dsp:txBody>
      <dsp:txXfrm>
        <a:off x="251641" y="1124016"/>
        <a:ext cx="4493866" cy="452844"/>
      </dsp:txXfrm>
    </dsp:sp>
    <dsp:sp modelId="{C23141FB-6BEE-4AC5-BE8A-9AA6923344C8}">
      <dsp:nvSpPr>
        <dsp:cNvPr id="0" name=""/>
        <dsp:cNvSpPr/>
      </dsp:nvSpPr>
      <dsp:spPr>
        <a:xfrm>
          <a:off x="0" y="2389308"/>
          <a:ext cx="4771175" cy="6961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0296" tIns="354076" rIns="370296" bIns="113792" numCol="1" spcCol="1270" anchor="t" anchorCtr="0">
          <a:noAutofit/>
        </a:bodyPr>
        <a:lstStyle/>
        <a:p>
          <a:pPr marL="171450" lvl="1" indent="-171450" algn="l" defTabSz="711200">
            <a:lnSpc>
              <a:spcPct val="90000"/>
            </a:lnSpc>
            <a:spcBef>
              <a:spcPct val="0"/>
            </a:spcBef>
            <a:spcAft>
              <a:spcPct val="15000"/>
            </a:spcAft>
            <a:buChar char="•"/>
          </a:pPr>
          <a:r>
            <a:rPr lang="es-MX" sz="1600" kern="1200" dirty="0">
              <a:latin typeface="Roboto" panose="02000000000000000000" pitchFamily="2" charset="0"/>
              <a:ea typeface="Roboto" panose="02000000000000000000" pitchFamily="2" charset="0"/>
              <a:cs typeface="Roboto" panose="02000000000000000000" pitchFamily="2" charset="0"/>
            </a:rPr>
            <a:t>Ubicación</a:t>
          </a:r>
        </a:p>
      </dsp:txBody>
      <dsp:txXfrm>
        <a:off x="0" y="2389308"/>
        <a:ext cx="4771175" cy="696150"/>
      </dsp:txXfrm>
    </dsp:sp>
    <dsp:sp modelId="{6AEC45A6-271A-4B8E-97C7-120AC0E88308}">
      <dsp:nvSpPr>
        <dsp:cNvPr id="0" name=""/>
        <dsp:cNvSpPr/>
      </dsp:nvSpPr>
      <dsp:spPr>
        <a:xfrm>
          <a:off x="238558" y="2138388"/>
          <a:ext cx="3339822"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6237" tIns="0" rIns="126237" bIns="0" numCol="1" spcCol="1270" anchor="ctr" anchorCtr="0">
          <a:noAutofit/>
        </a:bodyPr>
        <a:lstStyle/>
        <a:p>
          <a:pPr marL="0" lvl="0" indent="0" algn="l" defTabSz="711200">
            <a:lnSpc>
              <a:spcPct val="90000"/>
            </a:lnSpc>
            <a:spcBef>
              <a:spcPct val="0"/>
            </a:spcBef>
            <a:spcAft>
              <a:spcPct val="35000"/>
            </a:spcAft>
            <a:buNone/>
          </a:pPr>
          <a:r>
            <a:rPr lang="es-MX" sz="1600" kern="1200" dirty="0">
              <a:latin typeface="Roboto" panose="02000000000000000000" pitchFamily="2" charset="0"/>
              <a:ea typeface="Roboto" panose="02000000000000000000" pitchFamily="2" charset="0"/>
              <a:cs typeface="Roboto" panose="02000000000000000000" pitchFamily="2" charset="0"/>
            </a:rPr>
            <a:t>Pachuca de Soto, Hidalgo, México</a:t>
          </a:r>
        </a:p>
      </dsp:txBody>
      <dsp:txXfrm>
        <a:off x="263056" y="2162886"/>
        <a:ext cx="3290826" cy="452844"/>
      </dsp:txXfrm>
    </dsp:sp>
    <dsp:sp modelId="{19DC87AC-1B96-4A13-9706-24F037C7E29F}">
      <dsp:nvSpPr>
        <dsp:cNvPr id="0" name=""/>
        <dsp:cNvSpPr/>
      </dsp:nvSpPr>
      <dsp:spPr>
        <a:xfrm>
          <a:off x="0" y="3428179"/>
          <a:ext cx="4771175" cy="6961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0296" tIns="354076" rIns="370296" bIns="113792" numCol="1" spcCol="1270" anchor="t" anchorCtr="0">
          <a:noAutofit/>
        </a:bodyPr>
        <a:lstStyle/>
        <a:p>
          <a:pPr marL="171450" lvl="1" indent="-171450" algn="l" defTabSz="711200">
            <a:lnSpc>
              <a:spcPct val="90000"/>
            </a:lnSpc>
            <a:spcBef>
              <a:spcPct val="0"/>
            </a:spcBef>
            <a:spcAft>
              <a:spcPct val="15000"/>
            </a:spcAft>
            <a:buChar char="•"/>
          </a:pPr>
          <a:r>
            <a:rPr lang="es-MX" sz="1600" kern="1200" dirty="0">
              <a:latin typeface="Roboto" panose="02000000000000000000" pitchFamily="2" charset="0"/>
              <a:ea typeface="Roboto" panose="02000000000000000000" pitchFamily="2" charset="0"/>
              <a:cs typeface="Roboto" panose="02000000000000000000" pitchFamily="2" charset="0"/>
            </a:rPr>
            <a:t>Fundador y director general</a:t>
          </a:r>
        </a:p>
      </dsp:txBody>
      <dsp:txXfrm>
        <a:off x="0" y="3428179"/>
        <a:ext cx="4771175" cy="696150"/>
      </dsp:txXfrm>
    </dsp:sp>
    <dsp:sp modelId="{DFE3B274-C03B-428B-96F3-77E6525CF1CC}">
      <dsp:nvSpPr>
        <dsp:cNvPr id="0" name=""/>
        <dsp:cNvSpPr/>
      </dsp:nvSpPr>
      <dsp:spPr>
        <a:xfrm>
          <a:off x="238558" y="3177258"/>
          <a:ext cx="3339822"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6237" tIns="0" rIns="126237" bIns="0" numCol="1" spcCol="1270" anchor="ctr" anchorCtr="0">
          <a:noAutofit/>
        </a:bodyPr>
        <a:lstStyle/>
        <a:p>
          <a:pPr marL="0" lvl="0" indent="0" algn="l" defTabSz="711200">
            <a:lnSpc>
              <a:spcPct val="90000"/>
            </a:lnSpc>
            <a:spcBef>
              <a:spcPct val="0"/>
            </a:spcBef>
            <a:spcAft>
              <a:spcPct val="35000"/>
            </a:spcAft>
            <a:buSzPts val="1000"/>
            <a:buFont typeface="Symbol" panose="05050102010706020507" pitchFamily="18" charset="2"/>
            <a:buNone/>
          </a:pPr>
          <a:r>
            <a:rPr lang="es-MX" sz="1600" kern="1200" dirty="0">
              <a:latin typeface="Roboto" panose="02000000000000000000" pitchFamily="2" charset="0"/>
              <a:ea typeface="Roboto" panose="02000000000000000000" pitchFamily="2" charset="0"/>
              <a:cs typeface="Roboto" panose="02000000000000000000" pitchFamily="2" charset="0"/>
            </a:rPr>
            <a:t>Erick Renato Vega Ceron</a:t>
          </a:r>
        </a:p>
      </dsp:txBody>
      <dsp:txXfrm>
        <a:off x="263056" y="3201756"/>
        <a:ext cx="3290826" cy="452844"/>
      </dsp:txXfrm>
    </dsp:sp>
    <dsp:sp modelId="{9E0DA3EF-87E6-4C44-BB49-69EFB4DADC43}">
      <dsp:nvSpPr>
        <dsp:cNvPr id="0" name=""/>
        <dsp:cNvSpPr/>
      </dsp:nvSpPr>
      <dsp:spPr>
        <a:xfrm>
          <a:off x="0" y="4467049"/>
          <a:ext cx="4771175" cy="6961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0296" tIns="354076" rIns="370296" bIns="113792" numCol="1" spcCol="1270" anchor="t" anchorCtr="0">
          <a:noAutofit/>
        </a:bodyPr>
        <a:lstStyle/>
        <a:p>
          <a:pPr marL="171450" lvl="1" indent="-171450" algn="l" defTabSz="711200">
            <a:lnSpc>
              <a:spcPct val="90000"/>
            </a:lnSpc>
            <a:spcBef>
              <a:spcPct val="0"/>
            </a:spcBef>
            <a:spcAft>
              <a:spcPct val="15000"/>
            </a:spcAft>
            <a:buChar char="•"/>
          </a:pPr>
          <a:r>
            <a:rPr lang="es-MX" sz="1600" kern="1200" dirty="0">
              <a:latin typeface="Roboto" panose="02000000000000000000" pitchFamily="2" charset="0"/>
              <a:ea typeface="Roboto" panose="02000000000000000000" pitchFamily="2" charset="0"/>
              <a:cs typeface="Roboto" panose="02000000000000000000" pitchFamily="2" charset="0"/>
            </a:rPr>
            <a:t>Fundador y desarrollador</a:t>
          </a:r>
        </a:p>
      </dsp:txBody>
      <dsp:txXfrm>
        <a:off x="0" y="4467049"/>
        <a:ext cx="4771175" cy="696150"/>
      </dsp:txXfrm>
    </dsp:sp>
    <dsp:sp modelId="{BCF1795B-579B-4C58-B1CD-1F72202C6505}">
      <dsp:nvSpPr>
        <dsp:cNvPr id="0" name=""/>
        <dsp:cNvSpPr/>
      </dsp:nvSpPr>
      <dsp:spPr>
        <a:xfrm>
          <a:off x="238558" y="4216129"/>
          <a:ext cx="3339822"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6237" tIns="0" rIns="126237" bIns="0" numCol="1" spcCol="1270" anchor="ctr" anchorCtr="0">
          <a:noAutofit/>
        </a:bodyPr>
        <a:lstStyle/>
        <a:p>
          <a:pPr marL="0" lvl="0" indent="0" algn="l" defTabSz="711200">
            <a:lnSpc>
              <a:spcPct val="90000"/>
            </a:lnSpc>
            <a:spcBef>
              <a:spcPct val="0"/>
            </a:spcBef>
            <a:spcAft>
              <a:spcPct val="35000"/>
            </a:spcAft>
            <a:buSzPts val="1000"/>
            <a:buFont typeface="Symbol" panose="05050102010706020507" pitchFamily="18" charset="2"/>
            <a:buNone/>
          </a:pPr>
          <a:r>
            <a:rPr lang="es-MX" sz="1600" kern="1200" dirty="0">
              <a:latin typeface="Roboto" panose="02000000000000000000" pitchFamily="2" charset="0"/>
              <a:ea typeface="Roboto" panose="02000000000000000000" pitchFamily="2" charset="0"/>
              <a:cs typeface="Roboto" panose="02000000000000000000" pitchFamily="2" charset="0"/>
            </a:rPr>
            <a:t>Genoveva Martínez Lima</a:t>
          </a:r>
        </a:p>
      </dsp:txBody>
      <dsp:txXfrm>
        <a:off x="263056" y="4240627"/>
        <a:ext cx="3290826" cy="4528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F967E8-1AD7-4578-8EB0-AE6E1F96BB7C}">
      <dsp:nvSpPr>
        <dsp:cNvPr id="0" name=""/>
        <dsp:cNvSpPr/>
      </dsp:nvSpPr>
      <dsp:spPr>
        <a:xfrm>
          <a:off x="0" y="47345"/>
          <a:ext cx="6280087" cy="6236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s-MX" sz="2600" kern="1200" dirty="0"/>
            <a:t>Descripción</a:t>
          </a:r>
        </a:p>
      </dsp:txBody>
      <dsp:txXfrm>
        <a:off x="30442" y="77787"/>
        <a:ext cx="6219203" cy="562726"/>
      </dsp:txXfrm>
    </dsp:sp>
    <dsp:sp modelId="{3E498348-0DC9-448B-85AF-5F73B7090F9A}">
      <dsp:nvSpPr>
        <dsp:cNvPr id="0" name=""/>
        <dsp:cNvSpPr/>
      </dsp:nvSpPr>
      <dsp:spPr>
        <a:xfrm>
          <a:off x="0" y="670955"/>
          <a:ext cx="6280087" cy="6323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393" tIns="33020" rIns="184912" bIns="33020" numCol="1" spcCol="1270" anchor="t" anchorCtr="0">
          <a:noAutofit/>
        </a:bodyPr>
        <a:lstStyle/>
        <a:p>
          <a:pPr marL="228600" lvl="1" indent="-228600" algn="l" defTabSz="889000">
            <a:lnSpc>
              <a:spcPct val="90000"/>
            </a:lnSpc>
            <a:spcBef>
              <a:spcPct val="0"/>
            </a:spcBef>
            <a:spcAft>
              <a:spcPct val="20000"/>
            </a:spcAft>
            <a:buFont typeface="Arial" panose="020B0604020202020204" pitchFamily="34" charset="0"/>
            <a:buChar char="•"/>
          </a:pPr>
          <a:r>
            <a:rPr lang="es-MX" sz="2000" b="0" i="0" kern="1200" dirty="0"/>
            <a:t>Desarrollo de un sistema inteligente de cobro y control basado en tecnología RFID para el transporte público.</a:t>
          </a:r>
          <a:endParaRPr lang="es-MX" sz="2000" kern="1200" dirty="0"/>
        </a:p>
      </dsp:txBody>
      <dsp:txXfrm>
        <a:off x="0" y="670955"/>
        <a:ext cx="6280087" cy="632385"/>
      </dsp:txXfrm>
    </dsp:sp>
    <dsp:sp modelId="{1A3E1902-12FB-43D5-A0C7-04E45CE28C7F}">
      <dsp:nvSpPr>
        <dsp:cNvPr id="0" name=""/>
        <dsp:cNvSpPr/>
      </dsp:nvSpPr>
      <dsp:spPr>
        <a:xfrm>
          <a:off x="0" y="1303340"/>
          <a:ext cx="6280087" cy="6236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s-MX" sz="2600" b="1" i="0" kern="1200" dirty="0"/>
            <a:t>Objetivo del Proyecto</a:t>
          </a:r>
          <a:endParaRPr lang="es-MX" sz="2600" kern="1200" dirty="0"/>
        </a:p>
      </dsp:txBody>
      <dsp:txXfrm>
        <a:off x="30442" y="1333782"/>
        <a:ext cx="6219203" cy="562726"/>
      </dsp:txXfrm>
    </dsp:sp>
    <dsp:sp modelId="{CEBDBE79-717B-4571-8553-6ED6B5F4892D}">
      <dsp:nvSpPr>
        <dsp:cNvPr id="0" name=""/>
        <dsp:cNvSpPr/>
      </dsp:nvSpPr>
      <dsp:spPr>
        <a:xfrm>
          <a:off x="0" y="1926951"/>
          <a:ext cx="6280087" cy="2798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393" tIns="33020" rIns="184912" bIns="33020" numCol="1" spcCol="1270" anchor="t" anchorCtr="0">
          <a:noAutofit/>
        </a:bodyPr>
        <a:lstStyle/>
        <a:p>
          <a:pPr marL="228600" lvl="1" indent="-228600" algn="l" defTabSz="889000">
            <a:lnSpc>
              <a:spcPct val="90000"/>
            </a:lnSpc>
            <a:spcBef>
              <a:spcPct val="0"/>
            </a:spcBef>
            <a:spcAft>
              <a:spcPct val="20000"/>
            </a:spcAft>
            <a:buFont typeface="Arial" panose="020B0604020202020204" pitchFamily="34" charset="0"/>
            <a:buChar char="•"/>
          </a:pPr>
          <a:r>
            <a:rPr lang="es-MX" sz="2000" b="0" i="0" kern="1200" dirty="0"/>
            <a:t>Implementar un sistema avanzado de cobro y control en el transporte público.</a:t>
          </a:r>
          <a:endParaRPr lang="es-MX" sz="2000" kern="1200" dirty="0"/>
        </a:p>
        <a:p>
          <a:pPr marL="228600" lvl="1" indent="-228600" algn="l" defTabSz="889000">
            <a:lnSpc>
              <a:spcPct val="90000"/>
            </a:lnSpc>
            <a:spcBef>
              <a:spcPct val="0"/>
            </a:spcBef>
            <a:spcAft>
              <a:spcPct val="20000"/>
            </a:spcAft>
            <a:buFont typeface="Arial" panose="020B0604020202020204" pitchFamily="34" charset="0"/>
            <a:buChar char="•"/>
          </a:pPr>
          <a:r>
            <a:rPr lang="es-MX" sz="2000" b="0" i="0" kern="1200"/>
            <a:t>Utilizar tecnología RFID para optimizar la gestión de pagos y supervisión de usuarios.</a:t>
          </a:r>
        </a:p>
        <a:p>
          <a:pPr marL="228600" lvl="1" indent="-228600" algn="l" defTabSz="889000">
            <a:lnSpc>
              <a:spcPct val="90000"/>
            </a:lnSpc>
            <a:spcBef>
              <a:spcPct val="0"/>
            </a:spcBef>
            <a:spcAft>
              <a:spcPct val="20000"/>
            </a:spcAft>
            <a:buFont typeface="Arial" panose="020B0604020202020204" pitchFamily="34" charset="0"/>
            <a:buChar char="•"/>
          </a:pPr>
          <a:r>
            <a:rPr lang="es-MX" sz="2000" b="0" i="0" kern="1200"/>
            <a:t>Mejorar la eficiencia, seguridad y comodidad de los usuarios del transporte público.</a:t>
          </a:r>
        </a:p>
        <a:p>
          <a:pPr marL="228600" lvl="1" indent="-228600" algn="l" defTabSz="889000">
            <a:lnSpc>
              <a:spcPct val="90000"/>
            </a:lnSpc>
            <a:spcBef>
              <a:spcPct val="0"/>
            </a:spcBef>
            <a:spcAft>
              <a:spcPct val="20000"/>
            </a:spcAft>
            <a:buFont typeface="Arial" panose="020B0604020202020204" pitchFamily="34" charset="0"/>
            <a:buChar char="•"/>
          </a:pPr>
          <a:r>
            <a:rPr lang="es-MX" sz="2000" b="0" i="0" kern="1200" dirty="0"/>
            <a:t>Proporcionar datos valiosos para la toma de decisiones por parte de las autoridades de transporte y dueños de flotas.</a:t>
          </a:r>
        </a:p>
      </dsp:txBody>
      <dsp:txXfrm>
        <a:off x="0" y="1926951"/>
        <a:ext cx="6280087" cy="27986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3E1902-12FB-43D5-A0C7-04E45CE28C7F}">
      <dsp:nvSpPr>
        <dsp:cNvPr id="0" name=""/>
        <dsp:cNvSpPr/>
      </dsp:nvSpPr>
      <dsp:spPr>
        <a:xfrm>
          <a:off x="0" y="261937"/>
          <a:ext cx="6415890" cy="7675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s-MX" sz="3200" b="1" i="0" kern="1200" dirty="0"/>
            <a:t>Justificación del Proyecto</a:t>
          </a:r>
          <a:endParaRPr lang="es-MX" sz="3200" kern="1200" dirty="0"/>
        </a:p>
      </dsp:txBody>
      <dsp:txXfrm>
        <a:off x="37467" y="299404"/>
        <a:ext cx="6340956" cy="692586"/>
      </dsp:txXfrm>
    </dsp:sp>
    <dsp:sp modelId="{CEBDBE79-717B-4571-8553-6ED6B5F4892D}">
      <dsp:nvSpPr>
        <dsp:cNvPr id="0" name=""/>
        <dsp:cNvSpPr/>
      </dsp:nvSpPr>
      <dsp:spPr>
        <a:xfrm>
          <a:off x="0" y="1029457"/>
          <a:ext cx="6415890" cy="3841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705" tIns="40640" rIns="227584" bIns="40640" numCol="1" spcCol="1270" anchor="t" anchorCtr="0">
          <a:noAutofit/>
        </a:bodyPr>
        <a:lstStyle/>
        <a:p>
          <a:pPr marL="228600" lvl="1" indent="-228600" algn="l" defTabSz="1111250">
            <a:lnSpc>
              <a:spcPct val="90000"/>
            </a:lnSpc>
            <a:spcBef>
              <a:spcPct val="0"/>
            </a:spcBef>
            <a:spcAft>
              <a:spcPct val="20000"/>
            </a:spcAft>
            <a:buFont typeface="Arial" panose="020B0604020202020204" pitchFamily="34" charset="0"/>
            <a:buChar char="•"/>
          </a:pPr>
          <a:r>
            <a:rPr lang="es-MX" sz="2500" b="0" i="0" kern="1200" dirty="0"/>
            <a:t>Mejorar la experiencia del usuario mediante un sistema de pago más eficiente y conveniente.</a:t>
          </a:r>
          <a:endParaRPr lang="es-MX" sz="2500" kern="1200" dirty="0"/>
        </a:p>
        <a:p>
          <a:pPr marL="228600" lvl="1" indent="-228600" algn="l" defTabSz="1111250">
            <a:lnSpc>
              <a:spcPct val="90000"/>
            </a:lnSpc>
            <a:spcBef>
              <a:spcPct val="0"/>
            </a:spcBef>
            <a:spcAft>
              <a:spcPct val="20000"/>
            </a:spcAft>
            <a:buFont typeface="Arial" panose="020B0604020202020204" pitchFamily="34" charset="0"/>
            <a:buChar char="•"/>
          </a:pPr>
          <a:r>
            <a:rPr lang="es-MX" sz="2500" b="0" i="0" kern="1200"/>
            <a:t>Optimizar la gestión y supervisión del transporte público a través de la recopilación de datos en tiempo real.</a:t>
          </a:r>
        </a:p>
        <a:p>
          <a:pPr marL="228600" lvl="1" indent="-228600" algn="l" defTabSz="1111250">
            <a:lnSpc>
              <a:spcPct val="90000"/>
            </a:lnSpc>
            <a:spcBef>
              <a:spcPct val="0"/>
            </a:spcBef>
            <a:spcAft>
              <a:spcPct val="20000"/>
            </a:spcAft>
            <a:buFont typeface="Arial" panose="020B0604020202020204" pitchFamily="34" charset="0"/>
            <a:buChar char="•"/>
          </a:pPr>
          <a:r>
            <a:rPr lang="es-MX" sz="2500" b="0" i="0" kern="1200"/>
            <a:t>Reducir la evasión de pagos y aumentar los ingresos para los operadores de transporte.</a:t>
          </a:r>
        </a:p>
        <a:p>
          <a:pPr marL="228600" lvl="1" indent="-228600" algn="l" defTabSz="1111250">
            <a:lnSpc>
              <a:spcPct val="90000"/>
            </a:lnSpc>
            <a:spcBef>
              <a:spcPct val="0"/>
            </a:spcBef>
            <a:spcAft>
              <a:spcPct val="20000"/>
            </a:spcAft>
            <a:buFont typeface="Arial" panose="020B0604020202020204" pitchFamily="34" charset="0"/>
            <a:buChar char="•"/>
          </a:pPr>
          <a:r>
            <a:rPr lang="es-MX" sz="2500" b="0" i="0" kern="1200" dirty="0"/>
            <a:t>Modernizar y mejorar la imagen del sistema de transporte público.</a:t>
          </a:r>
        </a:p>
      </dsp:txBody>
      <dsp:txXfrm>
        <a:off x="0" y="1029457"/>
        <a:ext cx="6415890" cy="38419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BC99E3-CFE0-4FD1-BC8E-4CC7299A0717}">
      <dsp:nvSpPr>
        <dsp:cNvPr id="0" name=""/>
        <dsp:cNvSpPr/>
      </dsp:nvSpPr>
      <dsp:spPr>
        <a:xfrm>
          <a:off x="0" y="430562"/>
          <a:ext cx="4378779"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MX" sz="1800" b="1" i="0" kern="1200" dirty="0"/>
            <a:t>Mayor Comodidad en el Pago</a:t>
          </a:r>
          <a:endParaRPr lang="es-MX" sz="1800" kern="1200" dirty="0"/>
        </a:p>
      </dsp:txBody>
      <dsp:txXfrm>
        <a:off x="21075" y="451637"/>
        <a:ext cx="4336629" cy="389580"/>
      </dsp:txXfrm>
    </dsp:sp>
    <dsp:sp modelId="{35AFD7BE-F169-4AE0-8BF5-BB1C422037DF}">
      <dsp:nvSpPr>
        <dsp:cNvPr id="0" name=""/>
        <dsp:cNvSpPr/>
      </dsp:nvSpPr>
      <dsp:spPr>
        <a:xfrm>
          <a:off x="0" y="914132"/>
          <a:ext cx="4378779"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MX" sz="1800" b="1" i="0" kern="1200" dirty="0"/>
            <a:t>Reducción de Tiempos de Espera</a:t>
          </a:r>
          <a:endParaRPr lang="es-MX" sz="1800" kern="1200" dirty="0"/>
        </a:p>
      </dsp:txBody>
      <dsp:txXfrm>
        <a:off x="21075" y="935207"/>
        <a:ext cx="4336629" cy="389580"/>
      </dsp:txXfrm>
    </dsp:sp>
    <dsp:sp modelId="{67E7B2FA-55C8-48D6-B635-EC84AE8411D0}">
      <dsp:nvSpPr>
        <dsp:cNvPr id="0" name=""/>
        <dsp:cNvSpPr/>
      </dsp:nvSpPr>
      <dsp:spPr>
        <a:xfrm>
          <a:off x="0" y="1397702"/>
          <a:ext cx="4378779"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MX" sz="1800" b="1" i="0" kern="1200" dirty="0"/>
            <a:t>Seguimiento de Rutas en Tiempo Real</a:t>
          </a:r>
          <a:endParaRPr lang="es-MX" sz="1800" kern="1200" dirty="0"/>
        </a:p>
      </dsp:txBody>
      <dsp:txXfrm>
        <a:off x="21075" y="1418777"/>
        <a:ext cx="4336629" cy="389580"/>
      </dsp:txXfrm>
    </dsp:sp>
    <dsp:sp modelId="{672E32BF-D3A3-4874-A8AA-24B5499AABEB}">
      <dsp:nvSpPr>
        <dsp:cNvPr id="0" name=""/>
        <dsp:cNvSpPr/>
      </dsp:nvSpPr>
      <dsp:spPr>
        <a:xfrm>
          <a:off x="0" y="1881272"/>
          <a:ext cx="4378779"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MX" sz="1800" b="1" i="0" kern="1200" dirty="0"/>
            <a:t>Mayor Seguridad</a:t>
          </a:r>
          <a:endParaRPr lang="es-MX" sz="1800" kern="1200" dirty="0"/>
        </a:p>
      </dsp:txBody>
      <dsp:txXfrm>
        <a:off x="21075" y="1902347"/>
        <a:ext cx="4336629" cy="389580"/>
      </dsp:txXfrm>
    </dsp:sp>
    <dsp:sp modelId="{387EBADD-1D56-4870-B19E-F94108CAF2FA}">
      <dsp:nvSpPr>
        <dsp:cNvPr id="0" name=""/>
        <dsp:cNvSpPr/>
      </dsp:nvSpPr>
      <dsp:spPr>
        <a:xfrm>
          <a:off x="0" y="2364842"/>
          <a:ext cx="4378779"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MX" sz="1800" b="1" i="0" kern="1200" dirty="0"/>
            <a:t>Menos Evasión de Pago</a:t>
          </a:r>
          <a:endParaRPr lang="es-MX" sz="1800" kern="1200" dirty="0"/>
        </a:p>
      </dsp:txBody>
      <dsp:txXfrm>
        <a:off x="21075" y="2385917"/>
        <a:ext cx="4336629" cy="389580"/>
      </dsp:txXfrm>
    </dsp:sp>
    <dsp:sp modelId="{0453960C-39B4-4F4F-A86B-80DE960FA0BA}">
      <dsp:nvSpPr>
        <dsp:cNvPr id="0" name=""/>
        <dsp:cNvSpPr/>
      </dsp:nvSpPr>
      <dsp:spPr>
        <a:xfrm>
          <a:off x="0" y="2848412"/>
          <a:ext cx="4378779"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MX" sz="1800" b="1" i="0" kern="1200" dirty="0"/>
            <a:t>Mejora en la Gestión del Transporte Público</a:t>
          </a:r>
          <a:endParaRPr lang="es-MX" sz="1800" kern="1200" dirty="0"/>
        </a:p>
      </dsp:txBody>
      <dsp:txXfrm>
        <a:off x="21075" y="2869487"/>
        <a:ext cx="4336629" cy="389580"/>
      </dsp:txXfrm>
    </dsp:sp>
    <dsp:sp modelId="{9A31E2D2-1EC0-466A-A84E-697832BECBED}">
      <dsp:nvSpPr>
        <dsp:cNvPr id="0" name=""/>
        <dsp:cNvSpPr/>
      </dsp:nvSpPr>
      <dsp:spPr>
        <a:xfrm>
          <a:off x="0" y="3331982"/>
          <a:ext cx="4378779"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MX" sz="1800" b="1" i="0" kern="1200" dirty="0"/>
            <a:t>Menor Impacto Ambiental</a:t>
          </a:r>
          <a:endParaRPr lang="es-MX" sz="1800" kern="1200" dirty="0"/>
        </a:p>
      </dsp:txBody>
      <dsp:txXfrm>
        <a:off x="21075" y="3353057"/>
        <a:ext cx="4336629" cy="389580"/>
      </dsp:txXfrm>
    </dsp:sp>
    <dsp:sp modelId="{31224BC7-346C-4245-89F2-EF2A13BAAD19}">
      <dsp:nvSpPr>
        <dsp:cNvPr id="0" name=""/>
        <dsp:cNvSpPr/>
      </dsp:nvSpPr>
      <dsp:spPr>
        <a:xfrm>
          <a:off x="0" y="3815552"/>
          <a:ext cx="4378779"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MX" sz="1800" b="1" i="0" kern="1200" dirty="0"/>
            <a:t>Acceso a Información y Promociones</a:t>
          </a:r>
          <a:endParaRPr lang="es-MX" sz="1800" kern="1200" dirty="0"/>
        </a:p>
      </dsp:txBody>
      <dsp:txXfrm>
        <a:off x="21075" y="3836627"/>
        <a:ext cx="4336629" cy="3895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1B7D2B-3BD2-4693-B4B2-6F55DC62F3E6}">
      <dsp:nvSpPr>
        <dsp:cNvPr id="0" name=""/>
        <dsp:cNvSpPr/>
      </dsp:nvSpPr>
      <dsp:spPr>
        <a:xfrm rot="5400000">
          <a:off x="-96768" y="99620"/>
          <a:ext cx="645123" cy="451586"/>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endParaRPr lang="es-MX" sz="1200" kern="1200" dirty="0"/>
        </a:p>
      </dsp:txBody>
      <dsp:txXfrm rot="-5400000">
        <a:off x="1" y="228644"/>
        <a:ext cx="451586" cy="193537"/>
      </dsp:txXfrm>
    </dsp:sp>
    <dsp:sp modelId="{93FCD278-2351-463F-8243-4EC4F0B78D46}">
      <dsp:nvSpPr>
        <dsp:cNvPr id="0" name=""/>
        <dsp:cNvSpPr/>
      </dsp:nvSpPr>
      <dsp:spPr>
        <a:xfrm rot="5400000">
          <a:off x="3959478" y="-3505039"/>
          <a:ext cx="419330" cy="743511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es-MX" sz="2400" b="1" i="0" kern="1200" dirty="0"/>
            <a:t>Project Management Professional (PMP)</a:t>
          </a:r>
          <a:endParaRPr lang="es-MX" sz="2400" kern="1200" dirty="0"/>
        </a:p>
      </dsp:txBody>
      <dsp:txXfrm rot="-5400000">
        <a:off x="451587" y="23322"/>
        <a:ext cx="7414643" cy="378390"/>
      </dsp:txXfrm>
    </dsp:sp>
    <dsp:sp modelId="{07ECB93B-309F-404B-80EB-E842FC25E202}">
      <dsp:nvSpPr>
        <dsp:cNvPr id="0" name=""/>
        <dsp:cNvSpPr/>
      </dsp:nvSpPr>
      <dsp:spPr>
        <a:xfrm rot="5400000">
          <a:off x="-96768" y="658428"/>
          <a:ext cx="645123" cy="451586"/>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endParaRPr lang="es-MX" sz="1200" kern="1200" dirty="0"/>
        </a:p>
      </dsp:txBody>
      <dsp:txXfrm rot="-5400000">
        <a:off x="1" y="787452"/>
        <a:ext cx="451586" cy="193537"/>
      </dsp:txXfrm>
    </dsp:sp>
    <dsp:sp modelId="{179B49C4-A742-44AD-9452-672852B7B9D6}">
      <dsp:nvSpPr>
        <dsp:cNvPr id="0" name=""/>
        <dsp:cNvSpPr/>
      </dsp:nvSpPr>
      <dsp:spPr>
        <a:xfrm rot="5400000">
          <a:off x="3959478" y="-2946231"/>
          <a:ext cx="419330" cy="743511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en-US" sz="2400" b="1" i="0" kern="1200" dirty="0"/>
            <a:t>Certified Associate in Project Management (CAPM)</a:t>
          </a:r>
          <a:endParaRPr lang="es-MX" sz="2400" kern="1200" dirty="0"/>
        </a:p>
      </dsp:txBody>
      <dsp:txXfrm rot="-5400000">
        <a:off x="451587" y="582130"/>
        <a:ext cx="7414643" cy="378390"/>
      </dsp:txXfrm>
    </dsp:sp>
    <dsp:sp modelId="{03E86F5E-FE75-4D35-9666-9F43962F4468}">
      <dsp:nvSpPr>
        <dsp:cNvPr id="0" name=""/>
        <dsp:cNvSpPr/>
      </dsp:nvSpPr>
      <dsp:spPr>
        <a:xfrm rot="5400000">
          <a:off x="-96768" y="1217236"/>
          <a:ext cx="645123" cy="451586"/>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endParaRPr lang="es-MX" sz="1200" kern="1200" dirty="0"/>
        </a:p>
      </dsp:txBody>
      <dsp:txXfrm rot="-5400000">
        <a:off x="1" y="1346260"/>
        <a:ext cx="451586" cy="193537"/>
      </dsp:txXfrm>
    </dsp:sp>
    <dsp:sp modelId="{2E3E7CA4-524D-4DC6-9012-C9A7999F562A}">
      <dsp:nvSpPr>
        <dsp:cNvPr id="0" name=""/>
        <dsp:cNvSpPr/>
      </dsp:nvSpPr>
      <dsp:spPr>
        <a:xfrm rot="5400000">
          <a:off x="3959478" y="-2387423"/>
          <a:ext cx="419330" cy="743511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es-MX" sz="2400" b="1" i="0" kern="1200"/>
            <a:t>Program Management Professional (PgMP)</a:t>
          </a:r>
          <a:endParaRPr lang="es-MX" sz="2400" kern="1200"/>
        </a:p>
      </dsp:txBody>
      <dsp:txXfrm rot="-5400000">
        <a:off x="451587" y="1140938"/>
        <a:ext cx="7414643" cy="378390"/>
      </dsp:txXfrm>
    </dsp:sp>
    <dsp:sp modelId="{ABEEF5A3-D2A1-41AE-B46A-AC5002BA839F}">
      <dsp:nvSpPr>
        <dsp:cNvPr id="0" name=""/>
        <dsp:cNvSpPr/>
      </dsp:nvSpPr>
      <dsp:spPr>
        <a:xfrm rot="5400000">
          <a:off x="-96768" y="1776044"/>
          <a:ext cx="645123" cy="451586"/>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endParaRPr lang="es-MX" sz="1200" kern="1200" dirty="0"/>
        </a:p>
      </dsp:txBody>
      <dsp:txXfrm rot="-5400000">
        <a:off x="1" y="1905068"/>
        <a:ext cx="451586" cy="193537"/>
      </dsp:txXfrm>
    </dsp:sp>
    <dsp:sp modelId="{5AAC4719-DE79-4003-9ED9-E24B213CBA3F}">
      <dsp:nvSpPr>
        <dsp:cNvPr id="0" name=""/>
        <dsp:cNvSpPr/>
      </dsp:nvSpPr>
      <dsp:spPr>
        <a:xfrm rot="5400000">
          <a:off x="3959478" y="-1828615"/>
          <a:ext cx="419330" cy="743511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es-MX" sz="2400" b="1" i="0" kern="1200"/>
            <a:t>Portfolio Management Professional (PfMP)</a:t>
          </a:r>
          <a:endParaRPr lang="es-MX" sz="2400" kern="1200"/>
        </a:p>
      </dsp:txBody>
      <dsp:txXfrm rot="-5400000">
        <a:off x="451587" y="1699746"/>
        <a:ext cx="7414643" cy="378390"/>
      </dsp:txXfrm>
    </dsp:sp>
    <dsp:sp modelId="{DCD60970-6E7D-437C-8653-7545157E967B}">
      <dsp:nvSpPr>
        <dsp:cNvPr id="0" name=""/>
        <dsp:cNvSpPr/>
      </dsp:nvSpPr>
      <dsp:spPr>
        <a:xfrm rot="5400000">
          <a:off x="-96768" y="2334852"/>
          <a:ext cx="645123" cy="451586"/>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endParaRPr lang="es-MX" sz="1200" kern="1200" dirty="0"/>
        </a:p>
      </dsp:txBody>
      <dsp:txXfrm rot="-5400000">
        <a:off x="1" y="2463876"/>
        <a:ext cx="451586" cy="193537"/>
      </dsp:txXfrm>
    </dsp:sp>
    <dsp:sp modelId="{070F2616-2590-460E-AC10-BA830C4DEFB1}">
      <dsp:nvSpPr>
        <dsp:cNvPr id="0" name=""/>
        <dsp:cNvSpPr/>
      </dsp:nvSpPr>
      <dsp:spPr>
        <a:xfrm rot="5400000">
          <a:off x="3959478" y="-1269808"/>
          <a:ext cx="419330" cy="743511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es-MX" sz="2400" b="1" i="0" kern="1200"/>
            <a:t>PMI Agile Certified Practitioner (PMI-ACP)</a:t>
          </a:r>
          <a:endParaRPr lang="es-MX" sz="2400" kern="1200"/>
        </a:p>
      </dsp:txBody>
      <dsp:txXfrm rot="-5400000">
        <a:off x="451587" y="2258553"/>
        <a:ext cx="7414643" cy="378390"/>
      </dsp:txXfrm>
    </dsp:sp>
    <dsp:sp modelId="{8A10D1BE-35E9-45B3-ABB9-7D067FA19392}">
      <dsp:nvSpPr>
        <dsp:cNvPr id="0" name=""/>
        <dsp:cNvSpPr/>
      </dsp:nvSpPr>
      <dsp:spPr>
        <a:xfrm rot="5400000">
          <a:off x="-96768" y="2893659"/>
          <a:ext cx="645123" cy="451586"/>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endParaRPr lang="es-MX" sz="1200" kern="1200" dirty="0"/>
        </a:p>
      </dsp:txBody>
      <dsp:txXfrm rot="-5400000">
        <a:off x="1" y="3022683"/>
        <a:ext cx="451586" cy="193537"/>
      </dsp:txXfrm>
    </dsp:sp>
    <dsp:sp modelId="{C92DE6AA-4C4D-4024-9D95-8163B4B7C1AF}">
      <dsp:nvSpPr>
        <dsp:cNvPr id="0" name=""/>
        <dsp:cNvSpPr/>
      </dsp:nvSpPr>
      <dsp:spPr>
        <a:xfrm rot="5400000">
          <a:off x="3959478" y="-711000"/>
          <a:ext cx="419330" cy="743511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en-US" sz="2400" b="1" i="0" kern="1200"/>
            <a:t>PMI Professional in Business Analysis (PMI-PBA)</a:t>
          </a:r>
          <a:endParaRPr lang="es-MX" sz="2400" kern="1200"/>
        </a:p>
      </dsp:txBody>
      <dsp:txXfrm rot="-5400000">
        <a:off x="451587" y="2817361"/>
        <a:ext cx="7414643" cy="378390"/>
      </dsp:txXfrm>
    </dsp:sp>
    <dsp:sp modelId="{15FACAC1-D622-4249-8E46-CC8A826E6295}">
      <dsp:nvSpPr>
        <dsp:cNvPr id="0" name=""/>
        <dsp:cNvSpPr/>
      </dsp:nvSpPr>
      <dsp:spPr>
        <a:xfrm rot="5400000">
          <a:off x="-96768" y="3452467"/>
          <a:ext cx="645123" cy="451586"/>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endParaRPr lang="es-MX" sz="1200" kern="1200" dirty="0"/>
        </a:p>
      </dsp:txBody>
      <dsp:txXfrm rot="-5400000">
        <a:off x="1" y="3581491"/>
        <a:ext cx="451586" cy="193537"/>
      </dsp:txXfrm>
    </dsp:sp>
    <dsp:sp modelId="{EBC9E7B0-D277-464E-9B49-7EADA66AE674}">
      <dsp:nvSpPr>
        <dsp:cNvPr id="0" name=""/>
        <dsp:cNvSpPr/>
      </dsp:nvSpPr>
      <dsp:spPr>
        <a:xfrm rot="5400000">
          <a:off x="3959478" y="-152192"/>
          <a:ext cx="419330" cy="743511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es-MX" sz="2400" b="1" i="0" kern="1200"/>
            <a:t>PMI Scheduling Professional (PMI-SP)</a:t>
          </a:r>
          <a:endParaRPr lang="es-MX" sz="2400" kern="1200"/>
        </a:p>
      </dsp:txBody>
      <dsp:txXfrm rot="-5400000">
        <a:off x="451587" y="3376169"/>
        <a:ext cx="7414643" cy="37839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1A6D2A-1EB6-7C4E-B576-4BFC2BA5004A}">
      <dsp:nvSpPr>
        <dsp:cNvPr id="0" name=""/>
        <dsp:cNvSpPr/>
      </dsp:nvSpPr>
      <dsp:spPr>
        <a:xfrm>
          <a:off x="-948429" y="-150133"/>
          <a:ext cx="1141742" cy="1141742"/>
        </a:xfrm>
        <a:prstGeom prst="blockArc">
          <a:avLst>
            <a:gd name="adj1" fmla="val 18900000"/>
            <a:gd name="adj2" fmla="val 2700000"/>
            <a:gd name="adj3" fmla="val 1892"/>
          </a:avLst>
        </a:prstGeom>
        <a:solidFill>
          <a:schemeClr val="bg2"/>
        </a:solid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3364BE2F-C275-9445-83B9-93734A52473C}">
      <dsp:nvSpPr>
        <dsp:cNvPr id="0" name=""/>
        <dsp:cNvSpPr/>
      </dsp:nvSpPr>
      <dsp:spPr>
        <a:xfrm>
          <a:off x="102408" y="64692"/>
          <a:ext cx="1209888" cy="129452"/>
        </a:xfrm>
        <a:prstGeom prst="rect">
          <a:avLst/>
        </a:prstGeom>
        <a:solidFill>
          <a:srgbClr val="C000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753" tIns="15240" rIns="15240" bIns="15240" numCol="1" spcCol="1270" anchor="ctr" anchorCtr="0">
          <a:noAutofit/>
        </a:bodyPr>
        <a:lstStyle/>
        <a:p>
          <a:pPr marL="0" lvl="0" indent="0" algn="ctr" defTabSz="266700">
            <a:lnSpc>
              <a:spcPct val="90000"/>
            </a:lnSpc>
            <a:spcBef>
              <a:spcPct val="0"/>
            </a:spcBef>
            <a:spcAft>
              <a:spcPct val="35000"/>
            </a:spcAft>
            <a:buNone/>
          </a:pPr>
          <a:r>
            <a:rPr lang="en-US" sz="600" kern="1200" dirty="0"/>
            <a:t>A</a:t>
          </a:r>
        </a:p>
      </dsp:txBody>
      <dsp:txXfrm>
        <a:off x="102408" y="64692"/>
        <a:ext cx="1209888" cy="129452"/>
      </dsp:txXfrm>
    </dsp:sp>
    <dsp:sp modelId="{AA22D328-7A63-8046-A95C-605F4E54E2DB}">
      <dsp:nvSpPr>
        <dsp:cNvPr id="0" name=""/>
        <dsp:cNvSpPr/>
      </dsp:nvSpPr>
      <dsp:spPr>
        <a:xfrm>
          <a:off x="21501" y="48511"/>
          <a:ext cx="161815" cy="161815"/>
        </a:xfrm>
        <a:prstGeom prst="ellipse">
          <a:avLst/>
        </a:prstGeom>
        <a:solidFill>
          <a:schemeClr val="lt1">
            <a:hueOff val="0"/>
            <a:satOff val="0"/>
            <a:lumOff val="0"/>
            <a:alphaOff val="0"/>
          </a:schemeClr>
        </a:solidFill>
        <a:ln w="12700" cap="flat" cmpd="sng" algn="ctr">
          <a:solidFill>
            <a:srgbClr val="C00000"/>
          </a:solidFill>
          <a:prstDash val="solid"/>
          <a:miter lim="800000"/>
        </a:ln>
        <a:effectLst/>
      </dsp:spPr>
      <dsp:style>
        <a:lnRef idx="1">
          <a:scrgbClr r="0" g="0" b="0"/>
        </a:lnRef>
        <a:fillRef idx="1">
          <a:scrgbClr r="0" g="0" b="0"/>
        </a:fillRef>
        <a:effectRef idx="0">
          <a:scrgbClr r="0" g="0" b="0"/>
        </a:effectRef>
        <a:fontRef idx="minor"/>
      </dsp:style>
    </dsp:sp>
    <dsp:sp modelId="{A0A0963B-A0E4-6B49-96B2-387BF5AC691C}">
      <dsp:nvSpPr>
        <dsp:cNvPr id="0" name=""/>
        <dsp:cNvSpPr/>
      </dsp:nvSpPr>
      <dsp:spPr>
        <a:xfrm>
          <a:off x="176626" y="258905"/>
          <a:ext cx="1135670" cy="129452"/>
        </a:xfrm>
        <a:prstGeom prst="rect">
          <a:avLst/>
        </a:prstGeom>
        <a:solidFill>
          <a:srgbClr val="E1462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753" tIns="15240" rIns="15240" bIns="15240" numCol="1" spcCol="1270" anchor="ctr" anchorCtr="0">
          <a:noAutofit/>
        </a:bodyPr>
        <a:lstStyle/>
        <a:p>
          <a:pPr marL="0" lvl="0" indent="0" algn="ctr" defTabSz="266700">
            <a:lnSpc>
              <a:spcPct val="90000"/>
            </a:lnSpc>
            <a:spcBef>
              <a:spcPct val="0"/>
            </a:spcBef>
            <a:spcAft>
              <a:spcPct val="35000"/>
            </a:spcAft>
            <a:buNone/>
          </a:pPr>
          <a:r>
            <a:rPr lang="en-US" sz="600" kern="1200" dirty="0"/>
            <a:t>B</a:t>
          </a:r>
        </a:p>
      </dsp:txBody>
      <dsp:txXfrm>
        <a:off x="176626" y="258905"/>
        <a:ext cx="1135670" cy="129452"/>
      </dsp:txXfrm>
    </dsp:sp>
    <dsp:sp modelId="{E76AFCC0-C41A-6F43-A28E-469B89B81F2F}">
      <dsp:nvSpPr>
        <dsp:cNvPr id="0" name=""/>
        <dsp:cNvSpPr/>
      </dsp:nvSpPr>
      <dsp:spPr>
        <a:xfrm>
          <a:off x="95719" y="242723"/>
          <a:ext cx="161815" cy="161815"/>
        </a:xfrm>
        <a:prstGeom prst="ellipse">
          <a:avLst/>
        </a:prstGeom>
        <a:solidFill>
          <a:schemeClr val="lt1">
            <a:hueOff val="0"/>
            <a:satOff val="0"/>
            <a:lumOff val="0"/>
            <a:alphaOff val="0"/>
          </a:schemeClr>
        </a:solidFill>
        <a:ln w="12700" cap="flat" cmpd="sng" algn="ctr">
          <a:solidFill>
            <a:srgbClr val="E14621"/>
          </a:solidFill>
          <a:prstDash val="solid"/>
          <a:miter lim="800000"/>
        </a:ln>
        <a:effectLst/>
      </dsp:spPr>
      <dsp:style>
        <a:lnRef idx="1">
          <a:scrgbClr r="0" g="0" b="0"/>
        </a:lnRef>
        <a:fillRef idx="1">
          <a:scrgbClr r="0" g="0" b="0"/>
        </a:fillRef>
        <a:effectRef idx="0">
          <a:scrgbClr r="0" g="0" b="0"/>
        </a:effectRef>
        <a:fontRef idx="minor"/>
      </dsp:style>
    </dsp:sp>
    <dsp:sp modelId="{FC399A44-7CD0-8D40-82BA-A90647B6ADC4}">
      <dsp:nvSpPr>
        <dsp:cNvPr id="0" name=""/>
        <dsp:cNvSpPr/>
      </dsp:nvSpPr>
      <dsp:spPr>
        <a:xfrm>
          <a:off x="176626" y="453117"/>
          <a:ext cx="1135670" cy="129452"/>
        </a:xfrm>
        <a:prstGeom prst="rect">
          <a:avLst/>
        </a:prstGeom>
        <a:solidFill>
          <a:srgbClr val="EA8222"/>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753" tIns="15240" rIns="15240" bIns="15240" numCol="1" spcCol="1270" anchor="ctr" anchorCtr="0">
          <a:noAutofit/>
        </a:bodyPr>
        <a:lstStyle/>
        <a:p>
          <a:pPr marL="0" lvl="0" indent="0" algn="ctr" defTabSz="266700">
            <a:lnSpc>
              <a:spcPct val="90000"/>
            </a:lnSpc>
            <a:spcBef>
              <a:spcPct val="0"/>
            </a:spcBef>
            <a:spcAft>
              <a:spcPct val="35000"/>
            </a:spcAft>
            <a:buNone/>
          </a:pPr>
          <a:r>
            <a:rPr lang="en-US" sz="600" kern="1200" dirty="0"/>
            <a:t>C</a:t>
          </a:r>
        </a:p>
      </dsp:txBody>
      <dsp:txXfrm>
        <a:off x="176626" y="453117"/>
        <a:ext cx="1135670" cy="129452"/>
      </dsp:txXfrm>
    </dsp:sp>
    <dsp:sp modelId="{96C8784B-8C2D-EC49-B259-947A0A6777AD}">
      <dsp:nvSpPr>
        <dsp:cNvPr id="0" name=""/>
        <dsp:cNvSpPr/>
      </dsp:nvSpPr>
      <dsp:spPr>
        <a:xfrm>
          <a:off x="95719" y="436935"/>
          <a:ext cx="161815" cy="161815"/>
        </a:xfrm>
        <a:prstGeom prst="ellipse">
          <a:avLst/>
        </a:prstGeom>
        <a:solidFill>
          <a:schemeClr val="lt1">
            <a:hueOff val="0"/>
            <a:satOff val="0"/>
            <a:lumOff val="0"/>
            <a:alphaOff val="0"/>
          </a:schemeClr>
        </a:solidFill>
        <a:ln w="12700" cap="flat" cmpd="sng" algn="ctr">
          <a:solidFill>
            <a:srgbClr val="EA8222"/>
          </a:solidFill>
          <a:prstDash val="solid"/>
          <a:miter lim="800000"/>
        </a:ln>
        <a:effectLst/>
      </dsp:spPr>
      <dsp:style>
        <a:lnRef idx="1">
          <a:scrgbClr r="0" g="0" b="0"/>
        </a:lnRef>
        <a:fillRef idx="1">
          <a:scrgbClr r="0" g="0" b="0"/>
        </a:fillRef>
        <a:effectRef idx="0">
          <a:scrgbClr r="0" g="0" b="0"/>
        </a:effectRef>
        <a:fontRef idx="minor"/>
      </dsp:style>
    </dsp:sp>
    <dsp:sp modelId="{D4852B06-D7CE-F54E-B319-6F7CB10A9AFB}">
      <dsp:nvSpPr>
        <dsp:cNvPr id="0" name=""/>
        <dsp:cNvSpPr/>
      </dsp:nvSpPr>
      <dsp:spPr>
        <a:xfrm>
          <a:off x="102408" y="647329"/>
          <a:ext cx="1209888" cy="129452"/>
        </a:xfrm>
        <a:prstGeom prst="rect">
          <a:avLst/>
        </a:prstGeom>
        <a:solidFill>
          <a:srgbClr val="FFC0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753" tIns="15240" rIns="15240" bIns="15240" numCol="1" spcCol="1270" anchor="ctr" anchorCtr="0">
          <a:noAutofit/>
        </a:bodyPr>
        <a:lstStyle/>
        <a:p>
          <a:pPr marL="0" lvl="0" indent="0" algn="ctr" defTabSz="266700">
            <a:lnSpc>
              <a:spcPct val="90000"/>
            </a:lnSpc>
            <a:spcBef>
              <a:spcPct val="0"/>
            </a:spcBef>
            <a:spcAft>
              <a:spcPct val="35000"/>
            </a:spcAft>
            <a:buNone/>
          </a:pPr>
          <a:r>
            <a:rPr lang="en-US" sz="600" kern="1200" dirty="0"/>
            <a:t>D</a:t>
          </a:r>
        </a:p>
      </dsp:txBody>
      <dsp:txXfrm>
        <a:off x="102408" y="647329"/>
        <a:ext cx="1209888" cy="129452"/>
      </dsp:txXfrm>
    </dsp:sp>
    <dsp:sp modelId="{6DDF5091-1AC6-2944-ABA8-A1AD406F4DFB}">
      <dsp:nvSpPr>
        <dsp:cNvPr id="0" name=""/>
        <dsp:cNvSpPr/>
      </dsp:nvSpPr>
      <dsp:spPr>
        <a:xfrm>
          <a:off x="21501" y="631148"/>
          <a:ext cx="161815" cy="161815"/>
        </a:xfrm>
        <a:prstGeom prst="ellipse">
          <a:avLst/>
        </a:prstGeom>
        <a:solidFill>
          <a:schemeClr val="lt1">
            <a:hueOff val="0"/>
            <a:satOff val="0"/>
            <a:lumOff val="0"/>
            <a:alphaOff val="0"/>
          </a:schemeClr>
        </a:solidFill>
        <a:ln w="12700" cap="flat" cmpd="sng" algn="ctr">
          <a:solidFill>
            <a:srgbClr val="FFC000"/>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18EEA7-1EFC-0D4C-A129-7C28EA1ECBE4}">
      <dsp:nvSpPr>
        <dsp:cNvPr id="0" name=""/>
        <dsp:cNvSpPr/>
      </dsp:nvSpPr>
      <dsp:spPr>
        <a:xfrm>
          <a:off x="65181" y="132606"/>
          <a:ext cx="258045" cy="225563"/>
        </a:xfrm>
        <a:prstGeom prst="rightArrow">
          <a:avLst>
            <a:gd name="adj1" fmla="val 70000"/>
            <a:gd name="adj2" fmla="val 50000"/>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B775E301-D7CC-B44B-B143-933DD7E237CA}">
      <dsp:nvSpPr>
        <dsp:cNvPr id="0" name=""/>
        <dsp:cNvSpPr/>
      </dsp:nvSpPr>
      <dsp:spPr>
        <a:xfrm>
          <a:off x="670" y="180877"/>
          <a:ext cx="129022" cy="129022"/>
        </a:xfrm>
        <a:prstGeom prst="ellipse">
          <a:avLst/>
        </a:prstGeom>
        <a:solidFill>
          <a:srgbClr val="C000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a:t>A</a:t>
          </a:r>
        </a:p>
      </dsp:txBody>
      <dsp:txXfrm>
        <a:off x="19565" y="199772"/>
        <a:ext cx="91232" cy="91232"/>
      </dsp:txXfrm>
    </dsp:sp>
    <dsp:sp modelId="{3FE9730B-ABD4-1140-8D72-F1D3743116F7}">
      <dsp:nvSpPr>
        <dsp:cNvPr id="0" name=""/>
        <dsp:cNvSpPr/>
      </dsp:nvSpPr>
      <dsp:spPr>
        <a:xfrm>
          <a:off x="403866" y="132606"/>
          <a:ext cx="258045" cy="225563"/>
        </a:xfrm>
        <a:prstGeom prst="rightArrow">
          <a:avLst>
            <a:gd name="adj1" fmla="val 70000"/>
            <a:gd name="adj2" fmla="val 50000"/>
          </a:avLst>
        </a:prstGeom>
        <a:solidFill>
          <a:schemeClr val="accent2">
            <a:tint val="40000"/>
            <a:alpha val="90000"/>
            <a:hueOff val="-283075"/>
            <a:satOff val="-25115"/>
            <a:lumOff val="-256"/>
            <a:alphaOff val="0"/>
          </a:schemeClr>
        </a:solidFill>
        <a:ln w="6350" cap="flat" cmpd="sng" algn="ctr">
          <a:solidFill>
            <a:schemeClr val="accent2">
              <a:tint val="40000"/>
              <a:alpha val="90000"/>
              <a:hueOff val="-283075"/>
              <a:satOff val="-25115"/>
              <a:lumOff val="-256"/>
              <a:alphaOff val="0"/>
            </a:schemeClr>
          </a:solidFill>
          <a:prstDash val="solid"/>
          <a:miter lim="800000"/>
        </a:ln>
        <a:effectLst/>
      </dsp:spPr>
      <dsp:style>
        <a:lnRef idx="1">
          <a:scrgbClr r="0" g="0" b="0"/>
        </a:lnRef>
        <a:fillRef idx="1">
          <a:scrgbClr r="0" g="0" b="0"/>
        </a:fillRef>
        <a:effectRef idx="0">
          <a:scrgbClr r="0" g="0" b="0"/>
        </a:effectRef>
        <a:fontRef idx="minor"/>
      </dsp:style>
    </dsp:sp>
    <dsp:sp modelId="{E86EDCE8-C070-7B4F-806F-AEE6828EB35C}">
      <dsp:nvSpPr>
        <dsp:cNvPr id="0" name=""/>
        <dsp:cNvSpPr/>
      </dsp:nvSpPr>
      <dsp:spPr>
        <a:xfrm>
          <a:off x="339354" y="180877"/>
          <a:ext cx="129022" cy="129022"/>
        </a:xfrm>
        <a:prstGeom prst="ellipse">
          <a:avLst/>
        </a:prstGeom>
        <a:solidFill>
          <a:srgbClr val="E1462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a:t>B</a:t>
          </a:r>
        </a:p>
      </dsp:txBody>
      <dsp:txXfrm>
        <a:off x="358249" y="199772"/>
        <a:ext cx="91232" cy="91232"/>
      </dsp:txXfrm>
    </dsp:sp>
    <dsp:sp modelId="{82DBAA25-1A63-E645-86E9-3631B077E628}">
      <dsp:nvSpPr>
        <dsp:cNvPr id="0" name=""/>
        <dsp:cNvSpPr/>
      </dsp:nvSpPr>
      <dsp:spPr>
        <a:xfrm>
          <a:off x="742550" y="132606"/>
          <a:ext cx="258045" cy="225563"/>
        </a:xfrm>
        <a:prstGeom prst="rightArrow">
          <a:avLst>
            <a:gd name="adj1" fmla="val 70000"/>
            <a:gd name="adj2" fmla="val 50000"/>
          </a:avLst>
        </a:prstGeom>
        <a:solidFill>
          <a:schemeClr val="accent2">
            <a:tint val="40000"/>
            <a:alpha val="90000"/>
            <a:hueOff val="-566151"/>
            <a:satOff val="-50231"/>
            <a:lumOff val="-513"/>
            <a:alphaOff val="0"/>
          </a:schemeClr>
        </a:solidFill>
        <a:ln w="6350" cap="flat" cmpd="sng" algn="ctr">
          <a:solidFill>
            <a:schemeClr val="accent2">
              <a:tint val="40000"/>
              <a:alpha val="90000"/>
              <a:hueOff val="-566151"/>
              <a:satOff val="-50231"/>
              <a:lumOff val="-513"/>
              <a:alphaOff val="0"/>
            </a:schemeClr>
          </a:solidFill>
          <a:prstDash val="solid"/>
          <a:miter lim="800000"/>
        </a:ln>
        <a:effectLst/>
      </dsp:spPr>
      <dsp:style>
        <a:lnRef idx="1">
          <a:scrgbClr r="0" g="0" b="0"/>
        </a:lnRef>
        <a:fillRef idx="1">
          <a:scrgbClr r="0" g="0" b="0"/>
        </a:fillRef>
        <a:effectRef idx="0">
          <a:scrgbClr r="0" g="0" b="0"/>
        </a:effectRef>
        <a:fontRef idx="minor"/>
      </dsp:style>
    </dsp:sp>
    <dsp:sp modelId="{D2408BD0-29B1-F94F-9DF9-A2A8E14B922E}">
      <dsp:nvSpPr>
        <dsp:cNvPr id="0" name=""/>
        <dsp:cNvSpPr/>
      </dsp:nvSpPr>
      <dsp:spPr>
        <a:xfrm>
          <a:off x="678038" y="180877"/>
          <a:ext cx="129022" cy="129022"/>
        </a:xfrm>
        <a:prstGeom prst="ellipse">
          <a:avLst/>
        </a:prstGeom>
        <a:solidFill>
          <a:srgbClr val="EA8222"/>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a:t>C</a:t>
          </a:r>
        </a:p>
      </dsp:txBody>
      <dsp:txXfrm>
        <a:off x="696933" y="199772"/>
        <a:ext cx="91232" cy="91232"/>
      </dsp:txXfrm>
    </dsp:sp>
    <dsp:sp modelId="{D571A133-5628-7246-A52E-E4E0C3A1B986}">
      <dsp:nvSpPr>
        <dsp:cNvPr id="0" name=""/>
        <dsp:cNvSpPr/>
      </dsp:nvSpPr>
      <dsp:spPr>
        <a:xfrm>
          <a:off x="1081234" y="132606"/>
          <a:ext cx="258045" cy="225563"/>
        </a:xfrm>
        <a:prstGeom prst="rightArrow">
          <a:avLst>
            <a:gd name="adj1" fmla="val 70000"/>
            <a:gd name="adj2" fmla="val 50000"/>
          </a:avLst>
        </a:prstGeom>
        <a:solidFill>
          <a:schemeClr val="accent2">
            <a:tint val="40000"/>
            <a:alpha val="90000"/>
            <a:hueOff val="-849226"/>
            <a:satOff val="-75346"/>
            <a:lumOff val="-769"/>
            <a:alphaOff val="0"/>
          </a:schemeClr>
        </a:solidFill>
        <a:ln w="6350" cap="flat" cmpd="sng" algn="ctr">
          <a:solidFill>
            <a:schemeClr val="accent2">
              <a:tint val="40000"/>
              <a:alpha val="90000"/>
              <a:hueOff val="-849226"/>
              <a:satOff val="-75346"/>
              <a:lumOff val="-769"/>
              <a:alphaOff val="0"/>
            </a:schemeClr>
          </a:solidFill>
          <a:prstDash val="solid"/>
          <a:miter lim="800000"/>
        </a:ln>
        <a:effectLst/>
      </dsp:spPr>
      <dsp:style>
        <a:lnRef idx="1">
          <a:scrgbClr r="0" g="0" b="0"/>
        </a:lnRef>
        <a:fillRef idx="1">
          <a:scrgbClr r="0" g="0" b="0"/>
        </a:fillRef>
        <a:effectRef idx="0">
          <a:scrgbClr r="0" g="0" b="0"/>
        </a:effectRef>
        <a:fontRef idx="minor"/>
      </dsp:style>
    </dsp:sp>
    <dsp:sp modelId="{410AB9C4-8DCE-0B4E-A16C-AC93F1D8B120}">
      <dsp:nvSpPr>
        <dsp:cNvPr id="0" name=""/>
        <dsp:cNvSpPr/>
      </dsp:nvSpPr>
      <dsp:spPr>
        <a:xfrm>
          <a:off x="1016723" y="180877"/>
          <a:ext cx="129022" cy="129022"/>
        </a:xfrm>
        <a:prstGeom prst="ellipse">
          <a:avLst/>
        </a:prstGeom>
        <a:solidFill>
          <a:srgbClr val="FFC0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a:t>D</a:t>
          </a:r>
        </a:p>
      </dsp:txBody>
      <dsp:txXfrm>
        <a:off x="1035618" y="199772"/>
        <a:ext cx="91232" cy="9123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7C38DE-035F-D64F-AA44-11DB3278B4F5}">
      <dsp:nvSpPr>
        <dsp:cNvPr id="0" name=""/>
        <dsp:cNvSpPr/>
      </dsp:nvSpPr>
      <dsp:spPr>
        <a:xfrm>
          <a:off x="508619" y="448059"/>
          <a:ext cx="547627" cy="547627"/>
        </a:xfrm>
        <a:prstGeom prst="gear9">
          <a:avLst/>
        </a:prstGeom>
        <a:solidFill>
          <a:srgbClr val="C000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A</a:t>
          </a:r>
        </a:p>
      </dsp:txBody>
      <dsp:txXfrm>
        <a:off x="618716" y="576338"/>
        <a:ext cx="327433" cy="281492"/>
      </dsp:txXfrm>
    </dsp:sp>
    <dsp:sp modelId="{966856A9-26C3-E94D-936E-70D4D74215D3}">
      <dsp:nvSpPr>
        <dsp:cNvPr id="0" name=""/>
        <dsp:cNvSpPr/>
      </dsp:nvSpPr>
      <dsp:spPr>
        <a:xfrm>
          <a:off x="167875" y="318619"/>
          <a:ext cx="398274" cy="398274"/>
        </a:xfrm>
        <a:prstGeom prst="gear6">
          <a:avLst/>
        </a:prstGeom>
        <a:solidFill>
          <a:srgbClr val="E1462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B</a:t>
          </a:r>
        </a:p>
      </dsp:txBody>
      <dsp:txXfrm>
        <a:off x="268142" y="419492"/>
        <a:ext cx="197740" cy="196528"/>
      </dsp:txXfrm>
    </dsp:sp>
    <dsp:sp modelId="{0C6822A5-B65E-5947-8CEC-5017AD822A13}">
      <dsp:nvSpPr>
        <dsp:cNvPr id="0" name=""/>
        <dsp:cNvSpPr/>
      </dsp:nvSpPr>
      <dsp:spPr>
        <a:xfrm rot="20700000">
          <a:off x="390949" y="43850"/>
          <a:ext cx="390228" cy="390228"/>
        </a:xfrm>
        <a:prstGeom prst="gear6">
          <a:avLst/>
        </a:prstGeom>
        <a:solidFill>
          <a:srgbClr val="EA8222"/>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C</a:t>
          </a:r>
        </a:p>
      </dsp:txBody>
      <dsp:txXfrm rot="-20700000">
        <a:off x="476538" y="129439"/>
        <a:ext cx="219051" cy="219051"/>
      </dsp:txXfrm>
    </dsp:sp>
    <dsp:sp modelId="{DC2C16C3-9BC4-ED40-A7BB-36B56461BA75}">
      <dsp:nvSpPr>
        <dsp:cNvPr id="0" name=""/>
        <dsp:cNvSpPr/>
      </dsp:nvSpPr>
      <dsp:spPr>
        <a:xfrm>
          <a:off x="416320" y="379722"/>
          <a:ext cx="700963" cy="700963"/>
        </a:xfrm>
        <a:prstGeom prst="circularArrow">
          <a:avLst>
            <a:gd name="adj1" fmla="val 4687"/>
            <a:gd name="adj2" fmla="val 299029"/>
            <a:gd name="adj3" fmla="val 2295133"/>
            <a:gd name="adj4" fmla="val 16468053"/>
            <a:gd name="adj5" fmla="val 5469"/>
          </a:avLst>
        </a:prstGeom>
        <a:solidFill>
          <a:schemeClr val="bg2"/>
        </a:solidFill>
        <a:ln>
          <a:noFill/>
        </a:ln>
        <a:effectLst/>
      </dsp:spPr>
      <dsp:style>
        <a:lnRef idx="0">
          <a:scrgbClr r="0" g="0" b="0"/>
        </a:lnRef>
        <a:fillRef idx="3">
          <a:scrgbClr r="0" g="0" b="0"/>
        </a:fillRef>
        <a:effectRef idx="2">
          <a:scrgbClr r="0" g="0" b="0"/>
        </a:effectRef>
        <a:fontRef idx="minor">
          <a:schemeClr val="lt1"/>
        </a:fontRef>
      </dsp:style>
    </dsp:sp>
    <dsp:sp modelId="{59069CE4-15BA-784C-A195-D36107034E67}">
      <dsp:nvSpPr>
        <dsp:cNvPr id="0" name=""/>
        <dsp:cNvSpPr/>
      </dsp:nvSpPr>
      <dsp:spPr>
        <a:xfrm>
          <a:off x="97341" y="244223"/>
          <a:ext cx="509293" cy="509293"/>
        </a:xfrm>
        <a:prstGeom prst="leftCircularArrow">
          <a:avLst>
            <a:gd name="adj1" fmla="val 6452"/>
            <a:gd name="adj2" fmla="val 429999"/>
            <a:gd name="adj3" fmla="val 10489124"/>
            <a:gd name="adj4" fmla="val 14837806"/>
            <a:gd name="adj5" fmla="val 7527"/>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D9AA8D98-023E-BA46-BB79-DFAC360B8F60}">
      <dsp:nvSpPr>
        <dsp:cNvPr id="0" name=""/>
        <dsp:cNvSpPr/>
      </dsp:nvSpPr>
      <dsp:spPr>
        <a:xfrm>
          <a:off x="300686" y="-27896"/>
          <a:ext cx="549121" cy="549121"/>
        </a:xfrm>
        <a:prstGeom prst="circularArrow">
          <a:avLst>
            <a:gd name="adj1" fmla="val 5984"/>
            <a:gd name="adj2" fmla="val 394124"/>
            <a:gd name="adj3" fmla="val 13313824"/>
            <a:gd name="adj4" fmla="val 10508221"/>
            <a:gd name="adj5" fmla="val 6981"/>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E6F435-660A-1F4F-A74F-AB151C14F5C4}">
      <dsp:nvSpPr>
        <dsp:cNvPr id="0" name=""/>
        <dsp:cNvSpPr/>
      </dsp:nvSpPr>
      <dsp:spPr>
        <a:xfrm>
          <a:off x="90732" y="315"/>
          <a:ext cx="346722" cy="346722"/>
        </a:xfrm>
        <a:prstGeom prst="ellipse">
          <a:avLst/>
        </a:prstGeom>
        <a:solidFill>
          <a:srgbClr val="C00000"/>
        </a:soli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19081" tIns="17780" rIns="19081" bIns="17780" numCol="1" spcCol="1270" anchor="ctr" anchorCtr="0">
          <a:noAutofit/>
        </a:bodyPr>
        <a:lstStyle/>
        <a:p>
          <a:pPr marL="0" lvl="0" indent="0" algn="ctr" defTabSz="622300">
            <a:lnSpc>
              <a:spcPct val="90000"/>
            </a:lnSpc>
            <a:spcBef>
              <a:spcPct val="0"/>
            </a:spcBef>
            <a:spcAft>
              <a:spcPct val="35000"/>
            </a:spcAft>
            <a:buNone/>
          </a:pPr>
          <a:r>
            <a:rPr lang="en-US" sz="1400" kern="1200" dirty="0"/>
            <a:t>A</a:t>
          </a:r>
        </a:p>
      </dsp:txBody>
      <dsp:txXfrm>
        <a:off x="141508" y="51091"/>
        <a:ext cx="245170" cy="245170"/>
      </dsp:txXfrm>
    </dsp:sp>
    <dsp:sp modelId="{A36C78B0-1FF4-3048-AE16-67275D89E389}">
      <dsp:nvSpPr>
        <dsp:cNvPr id="0" name=""/>
        <dsp:cNvSpPr/>
      </dsp:nvSpPr>
      <dsp:spPr>
        <a:xfrm>
          <a:off x="368110" y="315"/>
          <a:ext cx="346722" cy="346722"/>
        </a:xfrm>
        <a:prstGeom prst="ellipse">
          <a:avLst/>
        </a:prstGeom>
        <a:solidFill>
          <a:srgbClr val="E14621"/>
        </a:soli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19081" tIns="17780" rIns="19081" bIns="17780" numCol="1" spcCol="1270" anchor="ctr" anchorCtr="0">
          <a:noAutofit/>
        </a:bodyPr>
        <a:lstStyle/>
        <a:p>
          <a:pPr marL="0" lvl="0" indent="0" algn="ctr" defTabSz="622300">
            <a:lnSpc>
              <a:spcPct val="90000"/>
            </a:lnSpc>
            <a:spcBef>
              <a:spcPct val="0"/>
            </a:spcBef>
            <a:spcAft>
              <a:spcPct val="35000"/>
            </a:spcAft>
            <a:buNone/>
          </a:pPr>
          <a:r>
            <a:rPr lang="en-US" sz="1400" kern="1200" dirty="0"/>
            <a:t>B</a:t>
          </a:r>
        </a:p>
      </dsp:txBody>
      <dsp:txXfrm>
        <a:off x="418886" y="51091"/>
        <a:ext cx="245170" cy="245170"/>
      </dsp:txXfrm>
    </dsp:sp>
    <dsp:sp modelId="{E3877A37-5CC7-0347-B058-756AA002DC4F}">
      <dsp:nvSpPr>
        <dsp:cNvPr id="0" name=""/>
        <dsp:cNvSpPr/>
      </dsp:nvSpPr>
      <dsp:spPr>
        <a:xfrm>
          <a:off x="645488" y="315"/>
          <a:ext cx="346722" cy="346722"/>
        </a:xfrm>
        <a:prstGeom prst="ellipse">
          <a:avLst/>
        </a:prstGeom>
        <a:solidFill>
          <a:srgbClr val="EA8222"/>
        </a:soli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19081" tIns="17780" rIns="19081" bIns="17780" numCol="1" spcCol="1270" anchor="ctr" anchorCtr="0">
          <a:noAutofit/>
        </a:bodyPr>
        <a:lstStyle/>
        <a:p>
          <a:pPr marL="0" lvl="0" indent="0" algn="ctr" defTabSz="622300">
            <a:lnSpc>
              <a:spcPct val="90000"/>
            </a:lnSpc>
            <a:spcBef>
              <a:spcPct val="0"/>
            </a:spcBef>
            <a:spcAft>
              <a:spcPct val="35000"/>
            </a:spcAft>
            <a:buNone/>
          </a:pPr>
          <a:r>
            <a:rPr lang="en-US" sz="1400" kern="1200" dirty="0"/>
            <a:t>C</a:t>
          </a:r>
        </a:p>
      </dsp:txBody>
      <dsp:txXfrm>
        <a:off x="696264" y="51091"/>
        <a:ext cx="245170" cy="245170"/>
      </dsp:txXfrm>
    </dsp:sp>
    <dsp:sp modelId="{D684AAF8-59CF-0D49-BD50-561ABEA013DC}">
      <dsp:nvSpPr>
        <dsp:cNvPr id="0" name=""/>
        <dsp:cNvSpPr/>
      </dsp:nvSpPr>
      <dsp:spPr>
        <a:xfrm>
          <a:off x="922866" y="315"/>
          <a:ext cx="346722" cy="346722"/>
        </a:xfrm>
        <a:prstGeom prst="ellipse">
          <a:avLst/>
        </a:prstGeom>
        <a:solidFill>
          <a:srgbClr val="FFC000"/>
        </a:soli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19081" tIns="17780" rIns="19081" bIns="17780" numCol="1" spcCol="1270" anchor="ctr" anchorCtr="0">
          <a:noAutofit/>
        </a:bodyPr>
        <a:lstStyle/>
        <a:p>
          <a:pPr marL="0" lvl="0" indent="0" algn="ctr" defTabSz="622300">
            <a:lnSpc>
              <a:spcPct val="90000"/>
            </a:lnSpc>
            <a:spcBef>
              <a:spcPct val="0"/>
            </a:spcBef>
            <a:spcAft>
              <a:spcPct val="35000"/>
            </a:spcAft>
            <a:buNone/>
          </a:pPr>
          <a:r>
            <a:rPr lang="en-US" sz="1400" kern="1200" dirty="0"/>
            <a:t>D</a:t>
          </a:r>
        </a:p>
      </dsp:txBody>
      <dsp:txXfrm>
        <a:off x="973642" y="51091"/>
        <a:ext cx="245170" cy="24517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028377-BC3D-B94C-9C50-51334415FD87}">
      <dsp:nvSpPr>
        <dsp:cNvPr id="0" name=""/>
        <dsp:cNvSpPr/>
      </dsp:nvSpPr>
      <dsp:spPr>
        <a:xfrm>
          <a:off x="148972" y="66908"/>
          <a:ext cx="902136" cy="902136"/>
        </a:xfrm>
        <a:prstGeom prst="pie">
          <a:avLst>
            <a:gd name="adj1" fmla="val 16200000"/>
            <a:gd name="adj2" fmla="val 0"/>
          </a:avLst>
        </a:prstGeom>
        <a:solidFill>
          <a:srgbClr val="C000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A</a:t>
          </a:r>
        </a:p>
      </dsp:txBody>
      <dsp:txXfrm>
        <a:off x="610350" y="233803"/>
        <a:ext cx="332931" cy="268493"/>
      </dsp:txXfrm>
    </dsp:sp>
    <dsp:sp modelId="{AFC53CA4-E21F-1649-97E3-1AE2AA3D6593}">
      <dsp:nvSpPr>
        <dsp:cNvPr id="0" name=""/>
        <dsp:cNvSpPr/>
      </dsp:nvSpPr>
      <dsp:spPr>
        <a:xfrm>
          <a:off x="110953" y="104927"/>
          <a:ext cx="902136" cy="902136"/>
        </a:xfrm>
        <a:prstGeom prst="pie">
          <a:avLst>
            <a:gd name="adj1" fmla="val 0"/>
            <a:gd name="adj2" fmla="val 5400000"/>
          </a:avLst>
        </a:prstGeom>
        <a:solidFill>
          <a:srgbClr val="E1462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B</a:t>
          </a:r>
        </a:p>
      </dsp:txBody>
      <dsp:txXfrm>
        <a:off x="578131" y="572104"/>
        <a:ext cx="332931" cy="268493"/>
      </dsp:txXfrm>
    </dsp:sp>
    <dsp:sp modelId="{1F40D6AB-10C2-BE45-9BE1-3E92C3DE1EE5}">
      <dsp:nvSpPr>
        <dsp:cNvPr id="0" name=""/>
        <dsp:cNvSpPr/>
      </dsp:nvSpPr>
      <dsp:spPr>
        <a:xfrm>
          <a:off x="110953" y="104927"/>
          <a:ext cx="902136" cy="902136"/>
        </a:xfrm>
        <a:prstGeom prst="pie">
          <a:avLst>
            <a:gd name="adj1" fmla="val 5400000"/>
            <a:gd name="adj2" fmla="val 10800000"/>
          </a:avLst>
        </a:prstGeom>
        <a:solidFill>
          <a:srgbClr val="EA8222"/>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C</a:t>
          </a:r>
        </a:p>
      </dsp:txBody>
      <dsp:txXfrm>
        <a:off x="212981" y="572104"/>
        <a:ext cx="332931" cy="268493"/>
      </dsp:txXfrm>
    </dsp:sp>
    <dsp:sp modelId="{630A687C-8959-3344-9692-E4071C254E1A}">
      <dsp:nvSpPr>
        <dsp:cNvPr id="0" name=""/>
        <dsp:cNvSpPr/>
      </dsp:nvSpPr>
      <dsp:spPr>
        <a:xfrm>
          <a:off x="110953" y="104927"/>
          <a:ext cx="902136" cy="902136"/>
        </a:xfrm>
        <a:prstGeom prst="pie">
          <a:avLst>
            <a:gd name="adj1" fmla="val 10800000"/>
            <a:gd name="adj2" fmla="val 16200000"/>
          </a:avLst>
        </a:prstGeom>
        <a:solidFill>
          <a:srgbClr val="FFC0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D</a:t>
          </a:r>
        </a:p>
      </dsp:txBody>
      <dsp:txXfrm>
        <a:off x="212981" y="271392"/>
        <a:ext cx="332931" cy="26849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A6F0FB-AB6C-BE4E-8206-B6ADA213C0BE}">
      <dsp:nvSpPr>
        <dsp:cNvPr id="0" name=""/>
        <dsp:cNvSpPr/>
      </dsp:nvSpPr>
      <dsp:spPr>
        <a:xfrm>
          <a:off x="714" y="140151"/>
          <a:ext cx="567191" cy="453753"/>
        </a:xfrm>
        <a:prstGeom prst="rect">
          <a:avLst/>
        </a:prstGeom>
        <a:solidFill>
          <a:schemeClr val="accent2">
            <a:tint val="5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2C3F2CF2-A200-474A-B8F3-26C72F9D2A16}">
      <dsp:nvSpPr>
        <dsp:cNvPr id="0" name=""/>
        <dsp:cNvSpPr/>
      </dsp:nvSpPr>
      <dsp:spPr>
        <a:xfrm>
          <a:off x="51762" y="548529"/>
          <a:ext cx="504800" cy="158813"/>
        </a:xfrm>
        <a:prstGeom prst="wedgeRectCallout">
          <a:avLst>
            <a:gd name="adj1" fmla="val 20250"/>
            <a:gd name="adj2" fmla="val -60700"/>
          </a:avLst>
        </a:prstGeom>
        <a:solidFill>
          <a:srgbClr val="C000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dirty="0"/>
            <a:t>A</a:t>
          </a:r>
        </a:p>
      </dsp:txBody>
      <dsp:txXfrm>
        <a:off x="51762" y="548529"/>
        <a:ext cx="504800" cy="158813"/>
      </dsp:txXfrm>
    </dsp:sp>
    <dsp:sp modelId="{ABDE55B7-B66C-5C43-B2B3-3BE919F5FA9D}">
      <dsp:nvSpPr>
        <dsp:cNvPr id="0" name=""/>
        <dsp:cNvSpPr/>
      </dsp:nvSpPr>
      <dsp:spPr>
        <a:xfrm>
          <a:off x="624625" y="140151"/>
          <a:ext cx="567191" cy="453753"/>
        </a:xfrm>
        <a:prstGeom prst="rect">
          <a:avLst/>
        </a:prstGeom>
        <a:solidFill>
          <a:schemeClr val="accent2">
            <a:tint val="50000"/>
            <a:hueOff val="-293554"/>
            <a:satOff val="-25390"/>
            <a:lumOff val="2918"/>
            <a:alphaOff val="0"/>
          </a:schemeClr>
        </a:solidFill>
        <a:ln>
          <a:noFill/>
        </a:ln>
        <a:effectLst/>
      </dsp:spPr>
      <dsp:style>
        <a:lnRef idx="0">
          <a:scrgbClr r="0" g="0" b="0"/>
        </a:lnRef>
        <a:fillRef idx="1">
          <a:scrgbClr r="0" g="0" b="0"/>
        </a:fillRef>
        <a:effectRef idx="2">
          <a:scrgbClr r="0" g="0" b="0"/>
        </a:effectRef>
        <a:fontRef idx="minor"/>
      </dsp:style>
    </dsp:sp>
    <dsp:sp modelId="{884DBD9A-E392-054E-A35A-073383696C05}">
      <dsp:nvSpPr>
        <dsp:cNvPr id="0" name=""/>
        <dsp:cNvSpPr/>
      </dsp:nvSpPr>
      <dsp:spPr>
        <a:xfrm>
          <a:off x="675672" y="548529"/>
          <a:ext cx="504800" cy="158813"/>
        </a:xfrm>
        <a:prstGeom prst="wedgeRectCallout">
          <a:avLst>
            <a:gd name="adj1" fmla="val 20250"/>
            <a:gd name="adj2" fmla="val -60700"/>
          </a:avLst>
        </a:prstGeom>
        <a:solidFill>
          <a:srgbClr val="E1462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dirty="0"/>
            <a:t>B</a:t>
          </a:r>
        </a:p>
      </dsp:txBody>
      <dsp:txXfrm>
        <a:off x="675672" y="548529"/>
        <a:ext cx="504800" cy="158813"/>
      </dsp:txXfrm>
    </dsp:sp>
    <dsp:sp modelId="{69FC55CD-D8C6-2F4C-9D22-3ABB1DD6A373}">
      <dsp:nvSpPr>
        <dsp:cNvPr id="0" name=""/>
        <dsp:cNvSpPr/>
      </dsp:nvSpPr>
      <dsp:spPr>
        <a:xfrm>
          <a:off x="1248536" y="140151"/>
          <a:ext cx="567191" cy="453753"/>
        </a:xfrm>
        <a:prstGeom prst="rect">
          <a:avLst/>
        </a:prstGeom>
        <a:solidFill>
          <a:schemeClr val="accent2">
            <a:tint val="50000"/>
            <a:hueOff val="-587108"/>
            <a:satOff val="-50780"/>
            <a:lumOff val="5837"/>
            <a:alphaOff val="0"/>
          </a:schemeClr>
        </a:solidFill>
        <a:ln>
          <a:noFill/>
        </a:ln>
        <a:effectLst/>
      </dsp:spPr>
      <dsp:style>
        <a:lnRef idx="0">
          <a:scrgbClr r="0" g="0" b="0"/>
        </a:lnRef>
        <a:fillRef idx="1">
          <a:scrgbClr r="0" g="0" b="0"/>
        </a:fillRef>
        <a:effectRef idx="2">
          <a:scrgbClr r="0" g="0" b="0"/>
        </a:effectRef>
        <a:fontRef idx="minor"/>
      </dsp:style>
    </dsp:sp>
    <dsp:sp modelId="{B3047320-C99F-964B-8B89-129744B37891}">
      <dsp:nvSpPr>
        <dsp:cNvPr id="0" name=""/>
        <dsp:cNvSpPr/>
      </dsp:nvSpPr>
      <dsp:spPr>
        <a:xfrm>
          <a:off x="1299583" y="548529"/>
          <a:ext cx="504800" cy="158813"/>
        </a:xfrm>
        <a:prstGeom prst="wedgeRectCallout">
          <a:avLst>
            <a:gd name="adj1" fmla="val 20250"/>
            <a:gd name="adj2" fmla="val -60700"/>
          </a:avLst>
        </a:prstGeom>
        <a:solidFill>
          <a:srgbClr val="EA8222"/>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dirty="0"/>
            <a:t>C</a:t>
          </a:r>
        </a:p>
      </dsp:txBody>
      <dsp:txXfrm>
        <a:off x="1299583" y="548529"/>
        <a:ext cx="504800" cy="158813"/>
      </dsp:txXfrm>
    </dsp:sp>
    <dsp:sp modelId="{5348A474-DFF9-3249-8CC7-F1655ACD9AB7}">
      <dsp:nvSpPr>
        <dsp:cNvPr id="0" name=""/>
        <dsp:cNvSpPr/>
      </dsp:nvSpPr>
      <dsp:spPr>
        <a:xfrm>
          <a:off x="1872446" y="140151"/>
          <a:ext cx="567191" cy="453753"/>
        </a:xfrm>
        <a:prstGeom prst="rect">
          <a:avLst/>
        </a:prstGeom>
        <a:solidFill>
          <a:schemeClr val="accent2">
            <a:tint val="50000"/>
            <a:hueOff val="-880662"/>
            <a:satOff val="-76170"/>
            <a:lumOff val="8755"/>
            <a:alphaOff val="0"/>
          </a:schemeClr>
        </a:solidFill>
        <a:ln>
          <a:noFill/>
        </a:ln>
        <a:effectLst/>
      </dsp:spPr>
      <dsp:style>
        <a:lnRef idx="0">
          <a:scrgbClr r="0" g="0" b="0"/>
        </a:lnRef>
        <a:fillRef idx="1">
          <a:scrgbClr r="0" g="0" b="0"/>
        </a:fillRef>
        <a:effectRef idx="2">
          <a:scrgbClr r="0" g="0" b="0"/>
        </a:effectRef>
        <a:fontRef idx="minor"/>
      </dsp:style>
    </dsp:sp>
    <dsp:sp modelId="{1AD17641-1C9D-EC47-A2EA-74C64FB06325}">
      <dsp:nvSpPr>
        <dsp:cNvPr id="0" name=""/>
        <dsp:cNvSpPr/>
      </dsp:nvSpPr>
      <dsp:spPr>
        <a:xfrm>
          <a:off x="1923493" y="548529"/>
          <a:ext cx="504800" cy="158813"/>
        </a:xfrm>
        <a:prstGeom prst="wedgeRectCallout">
          <a:avLst>
            <a:gd name="adj1" fmla="val 20250"/>
            <a:gd name="adj2" fmla="val -60700"/>
          </a:avLst>
        </a:prstGeom>
        <a:solidFill>
          <a:srgbClr val="FFC0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dirty="0"/>
            <a:t>D</a:t>
          </a:r>
        </a:p>
      </dsp:txBody>
      <dsp:txXfrm>
        <a:off x="1923493" y="548529"/>
        <a:ext cx="504800" cy="15881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823340-8281-F844-AC72-7DB5158C55A6}">
      <dsp:nvSpPr>
        <dsp:cNvPr id="0" name=""/>
        <dsp:cNvSpPr/>
      </dsp:nvSpPr>
      <dsp:spPr>
        <a:xfrm rot="3424460">
          <a:off x="231753" y="952966"/>
          <a:ext cx="347995" cy="57304"/>
        </a:xfrm>
        <a:custGeom>
          <a:avLst/>
          <a:gdLst/>
          <a:ahLst/>
          <a:cxnLst/>
          <a:rect l="0" t="0" r="0" b="0"/>
          <a:pathLst>
            <a:path>
              <a:moveTo>
                <a:pt x="0" y="28652"/>
              </a:moveTo>
              <a:lnTo>
                <a:pt x="347995" y="28652"/>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E13FD1EF-01AE-5449-A86A-A21E93923048}">
      <dsp:nvSpPr>
        <dsp:cNvPr id="0" name=""/>
        <dsp:cNvSpPr/>
      </dsp:nvSpPr>
      <dsp:spPr>
        <a:xfrm rot="1191333">
          <a:off x="349488" y="772909"/>
          <a:ext cx="305722" cy="57304"/>
        </a:xfrm>
        <a:custGeom>
          <a:avLst/>
          <a:gdLst/>
          <a:ahLst/>
          <a:cxnLst/>
          <a:rect l="0" t="0" r="0" b="0"/>
          <a:pathLst>
            <a:path>
              <a:moveTo>
                <a:pt x="0" y="28652"/>
              </a:moveTo>
              <a:lnTo>
                <a:pt x="305722" y="28652"/>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4F1211F-D13E-C848-939F-2783E3A89E57}">
      <dsp:nvSpPr>
        <dsp:cNvPr id="0" name=""/>
        <dsp:cNvSpPr/>
      </dsp:nvSpPr>
      <dsp:spPr>
        <a:xfrm rot="20408667">
          <a:off x="349488" y="571934"/>
          <a:ext cx="305722" cy="57304"/>
        </a:xfrm>
        <a:custGeom>
          <a:avLst/>
          <a:gdLst/>
          <a:ahLst/>
          <a:cxnLst/>
          <a:rect l="0" t="0" r="0" b="0"/>
          <a:pathLst>
            <a:path>
              <a:moveTo>
                <a:pt x="0" y="28652"/>
              </a:moveTo>
              <a:lnTo>
                <a:pt x="305722" y="28652"/>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44848108-A189-3244-8EA3-C87920AA3D90}">
      <dsp:nvSpPr>
        <dsp:cNvPr id="0" name=""/>
        <dsp:cNvSpPr/>
      </dsp:nvSpPr>
      <dsp:spPr>
        <a:xfrm rot="18175540">
          <a:off x="231753" y="391878"/>
          <a:ext cx="347995" cy="57304"/>
        </a:xfrm>
        <a:custGeom>
          <a:avLst/>
          <a:gdLst/>
          <a:ahLst/>
          <a:cxnLst/>
          <a:rect l="0" t="0" r="0" b="0"/>
          <a:pathLst>
            <a:path>
              <a:moveTo>
                <a:pt x="0" y="28652"/>
              </a:moveTo>
              <a:lnTo>
                <a:pt x="347995" y="28652"/>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6A2A8D4-0069-ED41-9503-56898F9C1B20}">
      <dsp:nvSpPr>
        <dsp:cNvPr id="0" name=""/>
        <dsp:cNvSpPr/>
      </dsp:nvSpPr>
      <dsp:spPr>
        <a:xfrm>
          <a:off x="-31698" y="452418"/>
          <a:ext cx="511559" cy="497311"/>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7B1A427C-C501-8F41-93A2-7E23083E1ED3}">
      <dsp:nvSpPr>
        <dsp:cNvPr id="0" name=""/>
        <dsp:cNvSpPr/>
      </dsp:nvSpPr>
      <dsp:spPr>
        <a:xfrm>
          <a:off x="447707" y="62435"/>
          <a:ext cx="230562" cy="230562"/>
        </a:xfrm>
        <a:prstGeom prst="ellipse">
          <a:avLst/>
        </a:prstGeom>
        <a:solidFill>
          <a:srgbClr val="C000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A</a:t>
          </a:r>
        </a:p>
      </dsp:txBody>
      <dsp:txXfrm>
        <a:off x="481472" y="96200"/>
        <a:ext cx="163032" cy="163032"/>
      </dsp:txXfrm>
    </dsp:sp>
    <dsp:sp modelId="{9ABACB43-9FBF-6841-B46F-966920BFBAD6}">
      <dsp:nvSpPr>
        <dsp:cNvPr id="0" name=""/>
        <dsp:cNvSpPr/>
      </dsp:nvSpPr>
      <dsp:spPr>
        <a:xfrm>
          <a:off x="639270" y="394231"/>
          <a:ext cx="230562" cy="230562"/>
        </a:xfrm>
        <a:prstGeom prst="ellipse">
          <a:avLst/>
        </a:prstGeom>
        <a:solidFill>
          <a:srgbClr val="E1462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B</a:t>
          </a:r>
        </a:p>
      </dsp:txBody>
      <dsp:txXfrm>
        <a:off x="673035" y="427996"/>
        <a:ext cx="163032" cy="163032"/>
      </dsp:txXfrm>
    </dsp:sp>
    <dsp:sp modelId="{DCDEC1BC-956B-1D47-9FFC-B6AE26ED8BC9}">
      <dsp:nvSpPr>
        <dsp:cNvPr id="0" name=""/>
        <dsp:cNvSpPr/>
      </dsp:nvSpPr>
      <dsp:spPr>
        <a:xfrm>
          <a:off x="639270" y="777355"/>
          <a:ext cx="230562" cy="230562"/>
        </a:xfrm>
        <a:prstGeom prst="ellipse">
          <a:avLst/>
        </a:prstGeom>
        <a:solidFill>
          <a:srgbClr val="EA8222"/>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C</a:t>
          </a:r>
        </a:p>
      </dsp:txBody>
      <dsp:txXfrm>
        <a:off x="673035" y="811120"/>
        <a:ext cx="163032" cy="163032"/>
      </dsp:txXfrm>
    </dsp:sp>
    <dsp:sp modelId="{6C10C27E-57EF-E744-9287-8C4B766A1BC1}">
      <dsp:nvSpPr>
        <dsp:cNvPr id="0" name=""/>
        <dsp:cNvSpPr/>
      </dsp:nvSpPr>
      <dsp:spPr>
        <a:xfrm>
          <a:off x="447707" y="1109151"/>
          <a:ext cx="230562" cy="230562"/>
        </a:xfrm>
        <a:prstGeom prst="ellipse">
          <a:avLst/>
        </a:prstGeom>
        <a:solidFill>
          <a:srgbClr val="FFC0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D</a:t>
          </a:r>
        </a:p>
      </dsp:txBody>
      <dsp:txXfrm>
        <a:off x="481472" y="1142916"/>
        <a:ext cx="163032" cy="163032"/>
      </dsp:txXfrm>
    </dsp:sp>
  </dsp:spTree>
</dsp:drawing>
</file>

<file path=ppt/diagrams/layout1.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10.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2.xml><?xml version="1.0" encoding="utf-8"?>
<dgm:layoutDef xmlns:dgm="http://schemas.openxmlformats.org/drawingml/2006/diagram" xmlns:a="http://schemas.openxmlformats.org/drawingml/2006/main" uniqueId="urn:microsoft.com/office/officeart/2008/layout/BendingPictureCaptionList">
  <dgm:title val=""/>
  <dgm:desc val=""/>
  <dgm:catLst>
    <dgm:cat type="picture" pri="9000"/>
    <dgm:cat type="pictureconvert" pri="9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w" fact="1.11"/>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
        </dgm:alg>
        <dgm:shape xmlns:r="http://schemas.openxmlformats.org/officeDocument/2006/relationships" r:blip="">
          <dgm:adjLst/>
        </dgm:shape>
        <dgm:choose name="Name4">
          <dgm:if name="Name5" func="var" arg="dir" op="equ" val="norm">
            <dgm:constrLst>
              <dgm:constr type="l" for="ch" forName="rect1" refType="w" fact="0"/>
              <dgm:constr type="t" for="ch" forName="rect1" refType="h" fact="0"/>
              <dgm:constr type="w" for="ch" forName="rect1" refType="w"/>
              <dgm:constr type="h" for="ch" forName="rect1" refType="h" fact="0.8"/>
              <dgm:constr type="l" for="ch" forName="wedgeRectCallout1" refType="w" fact="0.09"/>
              <dgm:constr type="t" for="ch" forName="wedgeRectCallout1" refType="h" fact="0.72"/>
              <dgm:constr type="w" for="ch" forName="wedgeRectCallout1" refType="w" fact="0.89"/>
              <dgm:constr type="h" for="ch" forName="wedgeRectCallout1" refType="h" fact="0.28"/>
            </dgm:constrLst>
          </dgm:if>
          <dgm:else name="Name6">
            <dgm:constrLst>
              <dgm:constr type="l" for="ch" forName="rect1" refType="w" fact="0"/>
              <dgm:constr type="t" for="ch" forName="rect1" refType="h" fact="0"/>
              <dgm:constr type="w" for="ch" forName="rect1" refType="w"/>
              <dgm:constr type="h" for="ch" forName="rect1" refType="h" fact="0.8"/>
              <dgm:constr type="l" for="ch" forName="wedgeRectCallout1" refType="w" fact="0.02"/>
              <dgm:constr type="t" for="ch" forName="wedgeRectCallout1" refType="h" fact="0.72"/>
              <dgm:constr type="w" for="ch" forName="wedgeRectCallout1" refType="w" fact="0.89"/>
              <dgm:constr type="h" for="ch" forName="wedgeRectCallout1" refType="h" fact="0.28"/>
            </dgm:constrLst>
          </dgm:else>
        </dgm:choose>
        <dgm:layoutNode name="rect1" styleLbl="bgImgPlace1">
          <dgm:alg type="sp"/>
          <dgm:shape xmlns:r="http://schemas.openxmlformats.org/officeDocument/2006/relationships" type="rect" r:blip="" blipPhldr="1">
            <dgm:adjLst/>
          </dgm:shape>
          <dgm:presOf/>
        </dgm:layoutNode>
        <dgm:layoutNode name="wedgeRectCallout1" styleLbl="node1">
          <dgm:varLst>
            <dgm:bulletEnabled val="1"/>
          </dgm:varLst>
          <dgm:alg type="tx"/>
          <dgm:choose name="Name7">
            <dgm:if name="Name8" func="var" arg="dir" op="equ" val="norm">
              <dgm:shape xmlns:r="http://schemas.openxmlformats.org/officeDocument/2006/relationships" type="wedgeRectCallout" r:blip="">
                <dgm:adjLst>
                  <dgm:adj idx="1" val="0.2025"/>
                  <dgm:adj idx="2" val="-0.607"/>
                </dgm:adjLst>
              </dgm:shape>
            </dgm:if>
            <dgm:else name="Name9">
              <dgm:shape xmlns:r="http://schemas.openxmlformats.org/officeDocument/2006/relationships" type="wedgeRectCallout" r:blip="">
                <dgm:adjLst>
                  <dgm:adj idx="1" val="-0.2025"/>
                  <dgm:adj idx="2" val="-0.607"/>
                </dgm:adjLst>
              </dgm:shape>
            </dgm:else>
          </dgm:choos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A99D84-DAA9-4868-972B-203B61560AD2}" type="datetimeFigureOut">
              <a:rPr lang="es-MX" smtClean="0"/>
              <a:t>22/05/2024</a:t>
            </a:fld>
            <a:endParaRPr lang="es-MX"/>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35073C-CB64-4DCE-98C8-77422BB0EDB2}" type="slidenum">
              <a:rPr lang="es-MX" smtClean="0"/>
              <a:t>‹Nº›</a:t>
            </a:fld>
            <a:endParaRPr lang="es-MX"/>
          </a:p>
        </p:txBody>
      </p:sp>
    </p:spTree>
    <p:extLst>
      <p:ext uri="{BB962C8B-B14F-4D97-AF65-F5344CB8AC3E}">
        <p14:creationId xmlns:p14="http://schemas.microsoft.com/office/powerpoint/2010/main" val="1084430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Font typeface="Arial" panose="020B0604020202020204" pitchFamily="34" charset="0"/>
              <a:buChar char="•"/>
            </a:pPr>
            <a:r>
              <a:rPr lang="es-MX" sz="1200" b="0" i="0" dirty="0">
                <a:effectLst/>
                <a:latin typeface="Roboto" panose="02000000000000000000" pitchFamily="2" charset="0"/>
                <a:ea typeface="Roboto" panose="02000000000000000000" pitchFamily="2" charset="0"/>
                <a:cs typeface="Roboto" panose="02000000000000000000" pitchFamily="2" charset="0"/>
              </a:rPr>
              <a:t>Marco de referencia desarrollado por el Project Management </a:t>
            </a:r>
            <a:r>
              <a:rPr lang="es-MX" sz="1200" b="0" i="0" dirty="0" err="1">
                <a:effectLst/>
                <a:latin typeface="Roboto" panose="02000000000000000000" pitchFamily="2" charset="0"/>
                <a:ea typeface="Roboto" panose="02000000000000000000" pitchFamily="2" charset="0"/>
                <a:cs typeface="Roboto" panose="02000000000000000000" pitchFamily="2" charset="0"/>
              </a:rPr>
              <a:t>Institute</a:t>
            </a:r>
            <a:r>
              <a:rPr lang="es-MX" sz="1200" b="0" i="0" dirty="0">
                <a:effectLst/>
                <a:latin typeface="Roboto" panose="02000000000000000000" pitchFamily="2" charset="0"/>
                <a:ea typeface="Roboto" panose="02000000000000000000" pitchFamily="2" charset="0"/>
                <a:cs typeface="Roboto" panose="02000000000000000000" pitchFamily="2" charset="0"/>
              </a:rPr>
              <a:t> (PMI).</a:t>
            </a:r>
          </a:p>
          <a:p>
            <a:pPr>
              <a:buFont typeface="Arial" panose="020B0604020202020204" pitchFamily="34" charset="0"/>
              <a:buChar char="•"/>
            </a:pPr>
            <a:r>
              <a:rPr lang="es-MX" sz="1200" b="0" i="0" dirty="0">
                <a:effectLst/>
                <a:latin typeface="Roboto" panose="02000000000000000000" pitchFamily="2" charset="0"/>
                <a:ea typeface="Roboto" panose="02000000000000000000" pitchFamily="2" charset="0"/>
                <a:cs typeface="Roboto" panose="02000000000000000000" pitchFamily="2" charset="0"/>
              </a:rPr>
              <a:t>Establece estándares y mejores prácticas en la gestión de proyectos.</a:t>
            </a:r>
          </a:p>
          <a:p>
            <a:pPr>
              <a:buFont typeface="Arial" panose="020B0604020202020204" pitchFamily="34" charset="0"/>
              <a:buChar char="•"/>
            </a:pPr>
            <a:r>
              <a:rPr lang="es-MX" sz="1200" b="0" i="0" dirty="0">
                <a:effectLst/>
                <a:latin typeface="Roboto" panose="02000000000000000000" pitchFamily="2" charset="0"/>
                <a:ea typeface="Roboto" panose="02000000000000000000" pitchFamily="2" charset="0"/>
                <a:cs typeface="Roboto" panose="02000000000000000000" pitchFamily="2" charset="0"/>
              </a:rPr>
              <a:t>Basado en el Project Management </a:t>
            </a:r>
            <a:r>
              <a:rPr lang="es-MX" sz="1200" b="0" i="0" dirty="0" err="1">
                <a:effectLst/>
                <a:latin typeface="Roboto" panose="02000000000000000000" pitchFamily="2" charset="0"/>
                <a:ea typeface="Roboto" panose="02000000000000000000" pitchFamily="2" charset="0"/>
                <a:cs typeface="Roboto" panose="02000000000000000000" pitchFamily="2" charset="0"/>
              </a:rPr>
              <a:t>Body</a:t>
            </a:r>
            <a:r>
              <a:rPr lang="es-MX" sz="1200" b="0" i="0" dirty="0">
                <a:effectLst/>
                <a:latin typeface="Roboto" panose="02000000000000000000" pitchFamily="2" charset="0"/>
                <a:ea typeface="Roboto" panose="02000000000000000000" pitchFamily="2" charset="0"/>
                <a:cs typeface="Roboto" panose="02000000000000000000" pitchFamily="2" charset="0"/>
              </a:rPr>
              <a:t> </a:t>
            </a:r>
            <a:r>
              <a:rPr lang="es-MX" sz="1200" b="0" i="0" dirty="0" err="1">
                <a:effectLst/>
                <a:latin typeface="Roboto" panose="02000000000000000000" pitchFamily="2" charset="0"/>
                <a:ea typeface="Roboto" panose="02000000000000000000" pitchFamily="2" charset="0"/>
                <a:cs typeface="Roboto" panose="02000000000000000000" pitchFamily="2" charset="0"/>
              </a:rPr>
              <a:t>of</a:t>
            </a:r>
            <a:r>
              <a:rPr lang="es-MX" sz="1200" b="0" i="0" dirty="0">
                <a:effectLst/>
                <a:latin typeface="Roboto" panose="02000000000000000000" pitchFamily="2" charset="0"/>
                <a:ea typeface="Roboto" panose="02000000000000000000" pitchFamily="2" charset="0"/>
                <a:cs typeface="Roboto" panose="02000000000000000000" pitchFamily="2" charset="0"/>
              </a:rPr>
              <a:t> </a:t>
            </a:r>
            <a:r>
              <a:rPr lang="es-MX" sz="1200" b="0" i="0" dirty="0" err="1">
                <a:effectLst/>
                <a:latin typeface="Roboto" panose="02000000000000000000" pitchFamily="2" charset="0"/>
                <a:ea typeface="Roboto" panose="02000000000000000000" pitchFamily="2" charset="0"/>
                <a:cs typeface="Roboto" panose="02000000000000000000" pitchFamily="2" charset="0"/>
              </a:rPr>
              <a:t>Knowledge</a:t>
            </a:r>
            <a:r>
              <a:rPr lang="es-MX" sz="1200" b="0" i="0" dirty="0">
                <a:effectLst/>
                <a:latin typeface="Roboto" panose="02000000000000000000" pitchFamily="2" charset="0"/>
                <a:ea typeface="Roboto" panose="02000000000000000000" pitchFamily="2" charset="0"/>
                <a:cs typeface="Roboto" panose="02000000000000000000" pitchFamily="2" charset="0"/>
              </a:rPr>
              <a:t> (PMBOK).</a:t>
            </a:r>
          </a:p>
          <a:p>
            <a:pPr>
              <a:buFont typeface="Arial" panose="020B0604020202020204" pitchFamily="34" charset="0"/>
              <a:buChar char="•"/>
            </a:pPr>
            <a:r>
              <a:rPr lang="es-MX" sz="1200" b="0" i="0" dirty="0">
                <a:effectLst/>
                <a:latin typeface="Roboto" panose="02000000000000000000" pitchFamily="2" charset="0"/>
                <a:ea typeface="Roboto" panose="02000000000000000000" pitchFamily="2" charset="0"/>
                <a:cs typeface="Roboto" panose="02000000000000000000" pitchFamily="2" charset="0"/>
              </a:rPr>
              <a:t>Organizado en diez áreas de conocimiento clave.</a:t>
            </a:r>
          </a:p>
          <a:p>
            <a:pPr>
              <a:buFont typeface="Arial" panose="020B0604020202020204" pitchFamily="34" charset="0"/>
              <a:buChar char="•"/>
            </a:pPr>
            <a:r>
              <a:rPr lang="es-MX" sz="1200" b="0" i="0" dirty="0">
                <a:effectLst/>
                <a:latin typeface="Roboto" panose="02000000000000000000" pitchFamily="2" charset="0"/>
                <a:ea typeface="Roboto" panose="02000000000000000000" pitchFamily="2" charset="0"/>
                <a:cs typeface="Roboto" panose="02000000000000000000" pitchFamily="2" charset="0"/>
              </a:rPr>
              <a:t>Proporciona procesos y técnicas para cada etapa del proyecto.</a:t>
            </a:r>
          </a:p>
          <a:p>
            <a:pPr>
              <a:buFont typeface="Arial" panose="020B0604020202020204" pitchFamily="34" charset="0"/>
              <a:buChar char="•"/>
            </a:pPr>
            <a:r>
              <a:rPr lang="es-MX" sz="1200" b="0" i="0" dirty="0">
                <a:effectLst/>
                <a:latin typeface="Roboto" panose="02000000000000000000" pitchFamily="2" charset="0"/>
                <a:ea typeface="Roboto" panose="02000000000000000000" pitchFamily="2" charset="0"/>
                <a:cs typeface="Roboto" panose="02000000000000000000" pitchFamily="2" charset="0"/>
              </a:rPr>
              <a:t>Flexible y adaptable a proyectos de cualquier tamaño y complejidad.</a:t>
            </a:r>
          </a:p>
          <a:p>
            <a:pPr>
              <a:buFont typeface="Arial" panose="020B0604020202020204" pitchFamily="34" charset="0"/>
              <a:buChar char="•"/>
            </a:pPr>
            <a:r>
              <a:rPr lang="es-MX" sz="1200" b="0" i="0" dirty="0">
                <a:effectLst/>
                <a:latin typeface="Roboto" panose="02000000000000000000" pitchFamily="2" charset="0"/>
                <a:ea typeface="Roboto" panose="02000000000000000000" pitchFamily="2" charset="0"/>
                <a:cs typeface="Roboto" panose="02000000000000000000" pitchFamily="2" charset="0"/>
              </a:rPr>
              <a:t>Enfoque en la mejora de la eficiencia, calidad y éxito del proyecto.</a:t>
            </a:r>
          </a:p>
          <a:p>
            <a:pPr>
              <a:buFont typeface="Arial" panose="020B0604020202020204" pitchFamily="34" charset="0"/>
              <a:buChar char="•"/>
            </a:pPr>
            <a:r>
              <a:rPr lang="es-MX" sz="1200" b="0" i="0" dirty="0">
                <a:effectLst/>
                <a:latin typeface="Roboto" panose="02000000000000000000" pitchFamily="2" charset="0"/>
                <a:ea typeface="Roboto" panose="02000000000000000000" pitchFamily="2" charset="0"/>
                <a:cs typeface="Roboto" panose="02000000000000000000" pitchFamily="2" charset="0"/>
              </a:rPr>
              <a:t>Utilizado por profesionales de todo el mundo para enfrentar desafíos en la gestión de proyectos.</a:t>
            </a:r>
          </a:p>
          <a:p>
            <a:pPr>
              <a:buFont typeface="Arial" panose="020B0604020202020204" pitchFamily="34" charset="0"/>
              <a:buChar char="•"/>
            </a:pPr>
            <a:r>
              <a:rPr lang="es-MX" sz="1200" b="0" i="0" dirty="0">
                <a:effectLst/>
                <a:latin typeface="Roboto" panose="02000000000000000000" pitchFamily="2" charset="0"/>
                <a:ea typeface="Roboto" panose="02000000000000000000" pitchFamily="2" charset="0"/>
                <a:cs typeface="Roboto" panose="02000000000000000000" pitchFamily="2" charset="0"/>
              </a:rPr>
              <a:t>Contribuye al desarrollo profesional y al crecimiento de la industria de la gestión de proyectos.</a:t>
            </a:r>
          </a:p>
          <a:p>
            <a:endParaRPr lang="es-MX" dirty="0"/>
          </a:p>
        </p:txBody>
      </p:sp>
      <p:sp>
        <p:nvSpPr>
          <p:cNvPr id="4" name="Marcador de número de diapositiva 3"/>
          <p:cNvSpPr>
            <a:spLocks noGrp="1"/>
          </p:cNvSpPr>
          <p:nvPr>
            <p:ph type="sldNum" sz="quarter" idx="5"/>
          </p:nvPr>
        </p:nvSpPr>
        <p:spPr/>
        <p:txBody>
          <a:bodyPr/>
          <a:lstStyle/>
          <a:p>
            <a:fld id="{CC35073C-CB64-4DCE-98C8-77422BB0EDB2}" type="slidenum">
              <a:rPr lang="es-MX" smtClean="0"/>
              <a:t>2</a:t>
            </a:fld>
            <a:endParaRPr lang="es-MX"/>
          </a:p>
        </p:txBody>
      </p:sp>
    </p:spTree>
    <p:extLst>
      <p:ext uri="{BB962C8B-B14F-4D97-AF65-F5344CB8AC3E}">
        <p14:creationId xmlns:p14="http://schemas.microsoft.com/office/powerpoint/2010/main" val="41506051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MX" b="0" i="0" dirty="0">
                <a:solidFill>
                  <a:srgbClr val="ECECEC"/>
                </a:solidFill>
                <a:effectLst/>
                <a:highlight>
                  <a:srgbClr val="212121"/>
                </a:highlight>
                <a:latin typeface="Söhne"/>
              </a:rPr>
              <a:t>La administración de proyectos de Tecnologías de la Información (TI) es un proceso crítico que garantiza el éxito de iniciativas tecnológicas, desde su concepción hasta su implementación y mantenimiento. En este contexto, el </a:t>
            </a:r>
            <a:r>
              <a:rPr lang="es-MX" b="1" i="0" dirty="0">
                <a:solidFill>
                  <a:srgbClr val="ECECEC"/>
                </a:solidFill>
                <a:effectLst/>
                <a:highlight>
                  <a:srgbClr val="212121"/>
                </a:highlight>
                <a:latin typeface="Söhne"/>
              </a:rPr>
              <a:t>Sensor Inteligente RFID</a:t>
            </a:r>
            <a:r>
              <a:rPr lang="es-MX" b="0" i="0" dirty="0">
                <a:solidFill>
                  <a:srgbClr val="ECECEC"/>
                </a:solidFill>
                <a:effectLst/>
                <a:highlight>
                  <a:srgbClr val="212121"/>
                </a:highlight>
                <a:latin typeface="Söhne"/>
              </a:rPr>
              <a:t> representa un proyecto innovador que combina tecnología de identificación por radiofrecuencia con capacidades avanzadas de </a:t>
            </a:r>
            <a:r>
              <a:rPr lang="es-MX" b="0" i="0" dirty="0" err="1">
                <a:solidFill>
                  <a:srgbClr val="ECECEC"/>
                </a:solidFill>
                <a:effectLst/>
                <a:highlight>
                  <a:srgbClr val="212121"/>
                </a:highlight>
                <a:latin typeface="Söhne"/>
              </a:rPr>
              <a:t>sensorización</a:t>
            </a:r>
            <a:r>
              <a:rPr lang="es-MX" b="0" i="0" dirty="0">
                <a:solidFill>
                  <a:srgbClr val="ECECEC"/>
                </a:solidFill>
                <a:effectLst/>
                <a:highlight>
                  <a:srgbClr val="212121"/>
                </a:highlight>
                <a:latin typeface="Söhne"/>
              </a:rPr>
              <a:t> y procesamiento de datos.</a:t>
            </a:r>
          </a:p>
          <a:p>
            <a:pPr algn="l"/>
            <a:r>
              <a:rPr lang="es-MX" b="1" i="0" dirty="0">
                <a:solidFill>
                  <a:srgbClr val="ECECEC"/>
                </a:solidFill>
                <a:effectLst/>
                <a:highlight>
                  <a:srgbClr val="212121"/>
                </a:highlight>
                <a:latin typeface="Söhne"/>
              </a:rPr>
              <a:t>Objetivos de la Administración de Proyectos de TI</a:t>
            </a:r>
          </a:p>
          <a:p>
            <a:pPr algn="l">
              <a:buFont typeface="Arial" panose="020B0604020202020204" pitchFamily="34" charset="0"/>
              <a:buChar char="•"/>
            </a:pPr>
            <a:r>
              <a:rPr lang="es-MX" b="1" i="0" dirty="0">
                <a:solidFill>
                  <a:srgbClr val="ECECEC"/>
                </a:solidFill>
                <a:effectLst/>
                <a:highlight>
                  <a:srgbClr val="212121"/>
                </a:highlight>
                <a:latin typeface="Söhne"/>
              </a:rPr>
              <a:t>Planificación Eficaz:</a:t>
            </a:r>
            <a:r>
              <a:rPr lang="es-MX" b="0" i="0" dirty="0">
                <a:solidFill>
                  <a:srgbClr val="ECECEC"/>
                </a:solidFill>
                <a:effectLst/>
                <a:highlight>
                  <a:srgbClr val="212121"/>
                </a:highlight>
                <a:latin typeface="Söhne"/>
              </a:rPr>
              <a:t> Establecer una hoja de ruta clara que incluya la definición de objetivos, alcance del proyecto, cronograma y presupuesto.</a:t>
            </a:r>
          </a:p>
          <a:p>
            <a:pPr algn="l">
              <a:buFont typeface="Arial" panose="020B0604020202020204" pitchFamily="34" charset="0"/>
              <a:buChar char="•"/>
            </a:pPr>
            <a:r>
              <a:rPr lang="es-MX" b="1" i="0" dirty="0">
                <a:solidFill>
                  <a:srgbClr val="ECECEC"/>
                </a:solidFill>
                <a:effectLst/>
                <a:highlight>
                  <a:srgbClr val="212121"/>
                </a:highlight>
                <a:latin typeface="Söhne"/>
              </a:rPr>
              <a:t>Gestión de Recursos:</a:t>
            </a:r>
            <a:r>
              <a:rPr lang="es-MX" b="0" i="0" dirty="0">
                <a:solidFill>
                  <a:srgbClr val="ECECEC"/>
                </a:solidFill>
                <a:effectLst/>
                <a:highlight>
                  <a:srgbClr val="212121"/>
                </a:highlight>
                <a:latin typeface="Söhne"/>
              </a:rPr>
              <a:t> Asegurar la asignación óptima de recursos humanos, tecnológicos y financieros.</a:t>
            </a:r>
          </a:p>
          <a:p>
            <a:pPr algn="l">
              <a:buFont typeface="Arial" panose="020B0604020202020204" pitchFamily="34" charset="0"/>
              <a:buChar char="•"/>
            </a:pPr>
            <a:r>
              <a:rPr lang="es-MX" b="1" i="0" dirty="0">
                <a:solidFill>
                  <a:srgbClr val="ECECEC"/>
                </a:solidFill>
                <a:effectLst/>
                <a:highlight>
                  <a:srgbClr val="212121"/>
                </a:highlight>
                <a:latin typeface="Söhne"/>
              </a:rPr>
              <a:t>Riesgo y Calidad:</a:t>
            </a:r>
            <a:r>
              <a:rPr lang="es-MX" b="0" i="0" dirty="0">
                <a:solidFill>
                  <a:srgbClr val="ECECEC"/>
                </a:solidFill>
                <a:effectLst/>
                <a:highlight>
                  <a:srgbClr val="212121"/>
                </a:highlight>
                <a:latin typeface="Söhne"/>
              </a:rPr>
              <a:t> Identificar y mitigar riesgos potenciales, y asegurar que el producto final cumpla con los estándares de calidad establecidos.</a:t>
            </a:r>
          </a:p>
          <a:p>
            <a:pPr algn="l">
              <a:buFont typeface="Arial" panose="020B0604020202020204" pitchFamily="34" charset="0"/>
              <a:buChar char="•"/>
            </a:pPr>
            <a:r>
              <a:rPr lang="es-MX" b="1" i="0" dirty="0">
                <a:solidFill>
                  <a:srgbClr val="ECECEC"/>
                </a:solidFill>
                <a:effectLst/>
                <a:highlight>
                  <a:srgbClr val="212121"/>
                </a:highlight>
                <a:latin typeface="Söhne"/>
              </a:rPr>
              <a:t>Comunicación:</a:t>
            </a:r>
            <a:r>
              <a:rPr lang="es-MX" b="0" i="0" dirty="0">
                <a:solidFill>
                  <a:srgbClr val="ECECEC"/>
                </a:solidFill>
                <a:effectLst/>
                <a:highlight>
                  <a:srgbClr val="212121"/>
                </a:highlight>
                <a:latin typeface="Söhne"/>
              </a:rPr>
              <a:t> Mantener una comunicación constante y efectiva entre todos los </a:t>
            </a:r>
            <a:r>
              <a:rPr lang="es-MX" b="0" i="0" dirty="0" err="1">
                <a:solidFill>
                  <a:srgbClr val="ECECEC"/>
                </a:solidFill>
                <a:effectLst/>
                <a:highlight>
                  <a:srgbClr val="212121"/>
                </a:highlight>
                <a:latin typeface="Söhne"/>
              </a:rPr>
              <a:t>stakeholders</a:t>
            </a:r>
            <a:r>
              <a:rPr lang="es-MX" b="0" i="0" dirty="0">
                <a:solidFill>
                  <a:srgbClr val="ECECEC"/>
                </a:solidFill>
                <a:effectLst/>
                <a:highlight>
                  <a:srgbClr val="212121"/>
                </a:highlight>
                <a:latin typeface="Söhne"/>
              </a:rPr>
              <a:t>, facilitando la colaboración y la resolución de problemas.</a:t>
            </a:r>
          </a:p>
          <a:p>
            <a:pPr algn="l"/>
            <a:r>
              <a:rPr lang="es-MX" b="1" i="0" dirty="0">
                <a:solidFill>
                  <a:srgbClr val="ECECEC"/>
                </a:solidFill>
                <a:effectLst/>
                <a:highlight>
                  <a:srgbClr val="212121"/>
                </a:highlight>
                <a:latin typeface="Söhne"/>
              </a:rPr>
              <a:t>Proyecto: Sensor Inteligente RFID</a:t>
            </a:r>
          </a:p>
          <a:p>
            <a:pPr algn="l"/>
            <a:r>
              <a:rPr lang="es-MX" b="0" i="0" dirty="0">
                <a:solidFill>
                  <a:srgbClr val="ECECEC"/>
                </a:solidFill>
                <a:effectLst/>
                <a:highlight>
                  <a:srgbClr val="212121"/>
                </a:highlight>
                <a:latin typeface="Söhne"/>
              </a:rPr>
              <a:t>El </a:t>
            </a:r>
            <a:r>
              <a:rPr lang="es-MX" b="1" i="0" dirty="0">
                <a:solidFill>
                  <a:srgbClr val="ECECEC"/>
                </a:solidFill>
                <a:effectLst/>
                <a:highlight>
                  <a:srgbClr val="212121"/>
                </a:highlight>
                <a:latin typeface="Söhne"/>
              </a:rPr>
              <a:t>Sensor Inteligente RFID</a:t>
            </a:r>
            <a:r>
              <a:rPr lang="es-MX" b="0" i="0" dirty="0">
                <a:solidFill>
                  <a:srgbClr val="ECECEC"/>
                </a:solidFill>
                <a:effectLst/>
                <a:highlight>
                  <a:srgbClr val="212121"/>
                </a:highlight>
                <a:latin typeface="Söhne"/>
              </a:rPr>
              <a:t> es una solución tecnológica que integra la tecnología de identificación por radiofrecuencia (RFID) con sensores inteligentes capaces de recopilar y procesar datos en tiempo real. Este proyecto tiene aplicaciones en diversas industrias, como la logística, la salud, y el comercio, proporcionando ventajas significativas en términos de automatización, precisión y eficiencia operativa.</a:t>
            </a:r>
          </a:p>
          <a:p>
            <a:pPr algn="l"/>
            <a:r>
              <a:rPr lang="es-MX" b="1" i="0" dirty="0">
                <a:solidFill>
                  <a:srgbClr val="ECECEC"/>
                </a:solidFill>
                <a:effectLst/>
                <a:highlight>
                  <a:srgbClr val="212121"/>
                </a:highlight>
                <a:latin typeface="Söhne"/>
              </a:rPr>
              <a:t>Características del Proyecto:</a:t>
            </a:r>
            <a:endParaRPr lang="es-MX" b="0" i="0" dirty="0">
              <a:solidFill>
                <a:srgbClr val="ECECEC"/>
              </a:solidFill>
              <a:effectLst/>
              <a:highlight>
                <a:srgbClr val="212121"/>
              </a:highlight>
              <a:latin typeface="Söhne"/>
            </a:endParaRPr>
          </a:p>
          <a:p>
            <a:pPr algn="l">
              <a:buFont typeface="Arial" panose="020B0604020202020204" pitchFamily="34" charset="0"/>
              <a:buChar char="•"/>
            </a:pPr>
            <a:r>
              <a:rPr lang="es-MX" b="1" i="0" dirty="0">
                <a:solidFill>
                  <a:srgbClr val="ECECEC"/>
                </a:solidFill>
                <a:effectLst/>
                <a:highlight>
                  <a:srgbClr val="212121"/>
                </a:highlight>
                <a:latin typeface="Söhne"/>
              </a:rPr>
              <a:t>Identificación y Seguimiento:</a:t>
            </a:r>
            <a:r>
              <a:rPr lang="es-MX" b="0" i="0" dirty="0">
                <a:solidFill>
                  <a:srgbClr val="ECECEC"/>
                </a:solidFill>
                <a:effectLst/>
                <a:highlight>
                  <a:srgbClr val="212121"/>
                </a:highlight>
                <a:latin typeface="Söhne"/>
              </a:rPr>
              <a:t> Utiliza etiquetas RFID para identificar y rastrear objetos de manera precisa y eficiente.</a:t>
            </a:r>
          </a:p>
          <a:p>
            <a:pPr algn="l">
              <a:buFont typeface="Arial" panose="020B0604020202020204" pitchFamily="34" charset="0"/>
              <a:buChar char="•"/>
            </a:pPr>
            <a:r>
              <a:rPr lang="es-MX" b="1" i="0" dirty="0">
                <a:solidFill>
                  <a:srgbClr val="ECECEC"/>
                </a:solidFill>
                <a:effectLst/>
                <a:highlight>
                  <a:srgbClr val="212121"/>
                </a:highlight>
                <a:latin typeface="Söhne"/>
              </a:rPr>
              <a:t>Recopilación de Datos en Tiempo Real:</a:t>
            </a:r>
            <a:r>
              <a:rPr lang="es-MX" b="0" i="0" dirty="0">
                <a:solidFill>
                  <a:srgbClr val="ECECEC"/>
                </a:solidFill>
                <a:effectLst/>
                <a:highlight>
                  <a:srgbClr val="212121"/>
                </a:highlight>
                <a:latin typeface="Söhne"/>
              </a:rPr>
              <a:t> Los sensores integrados pueden medir variables como temperatura, humedad, y ubicación, proporcionando datos cruciales para la toma de decisiones.</a:t>
            </a:r>
          </a:p>
          <a:p>
            <a:pPr algn="l">
              <a:buFont typeface="Arial" panose="020B0604020202020204" pitchFamily="34" charset="0"/>
              <a:buChar char="•"/>
            </a:pPr>
            <a:r>
              <a:rPr lang="es-MX" b="1" i="0" dirty="0">
                <a:solidFill>
                  <a:srgbClr val="ECECEC"/>
                </a:solidFill>
                <a:effectLst/>
                <a:highlight>
                  <a:srgbClr val="212121"/>
                </a:highlight>
                <a:latin typeface="Söhne"/>
              </a:rPr>
              <a:t>Procesamiento y Análisis:</a:t>
            </a:r>
            <a:r>
              <a:rPr lang="es-MX" b="0" i="0" dirty="0">
                <a:solidFill>
                  <a:srgbClr val="ECECEC"/>
                </a:solidFill>
                <a:effectLst/>
                <a:highlight>
                  <a:srgbClr val="212121"/>
                </a:highlight>
                <a:latin typeface="Söhne"/>
              </a:rPr>
              <a:t> El sistema incluye capacidades de procesamiento de datos en el borde (</a:t>
            </a:r>
            <a:r>
              <a:rPr lang="es-MX" b="0" i="0" dirty="0" err="1">
                <a:solidFill>
                  <a:srgbClr val="ECECEC"/>
                </a:solidFill>
                <a:effectLst/>
                <a:highlight>
                  <a:srgbClr val="212121"/>
                </a:highlight>
                <a:latin typeface="Söhne"/>
              </a:rPr>
              <a:t>edge</a:t>
            </a:r>
            <a:r>
              <a:rPr lang="es-MX" b="0" i="0" dirty="0">
                <a:solidFill>
                  <a:srgbClr val="ECECEC"/>
                </a:solidFill>
                <a:effectLst/>
                <a:highlight>
                  <a:srgbClr val="212121"/>
                </a:highlight>
                <a:latin typeface="Söhne"/>
              </a:rPr>
              <a:t> </a:t>
            </a:r>
            <a:r>
              <a:rPr lang="es-MX" b="0" i="0" dirty="0" err="1">
                <a:solidFill>
                  <a:srgbClr val="ECECEC"/>
                </a:solidFill>
                <a:effectLst/>
                <a:highlight>
                  <a:srgbClr val="212121"/>
                </a:highlight>
                <a:latin typeface="Söhne"/>
              </a:rPr>
              <a:t>computing</a:t>
            </a:r>
            <a:r>
              <a:rPr lang="es-MX" b="0" i="0" dirty="0">
                <a:solidFill>
                  <a:srgbClr val="ECECEC"/>
                </a:solidFill>
                <a:effectLst/>
                <a:highlight>
                  <a:srgbClr val="212121"/>
                </a:highlight>
                <a:latin typeface="Söhne"/>
              </a:rPr>
              <a:t>), permitiendo análisis en tiempo real y respuestas inmediatas a condiciones cambiantes.</a:t>
            </a:r>
          </a:p>
          <a:p>
            <a:pPr algn="l">
              <a:buFont typeface="Arial" panose="020B0604020202020204" pitchFamily="34" charset="0"/>
              <a:buChar char="•"/>
            </a:pPr>
            <a:r>
              <a:rPr lang="es-MX" b="1" i="0" dirty="0">
                <a:solidFill>
                  <a:srgbClr val="ECECEC"/>
                </a:solidFill>
                <a:effectLst/>
                <a:highlight>
                  <a:srgbClr val="212121"/>
                </a:highlight>
                <a:latin typeface="Söhne"/>
              </a:rPr>
              <a:t>Integración y Escalabilidad:</a:t>
            </a:r>
            <a:r>
              <a:rPr lang="es-MX" b="0" i="0" dirty="0">
                <a:solidFill>
                  <a:srgbClr val="ECECEC"/>
                </a:solidFill>
                <a:effectLst/>
                <a:highlight>
                  <a:srgbClr val="212121"/>
                </a:highlight>
                <a:latin typeface="Söhne"/>
              </a:rPr>
              <a:t> Diseñado para integrarse fácilmente con sistemas existentes y escalable para adaptarse a futuras necesidades y tecnologías emergentes.</a:t>
            </a:r>
          </a:p>
          <a:p>
            <a:pPr algn="l"/>
            <a:r>
              <a:rPr lang="es-MX" b="1" i="0" dirty="0">
                <a:solidFill>
                  <a:srgbClr val="ECECEC"/>
                </a:solidFill>
                <a:effectLst/>
                <a:highlight>
                  <a:srgbClr val="212121"/>
                </a:highlight>
                <a:latin typeface="Söhne"/>
              </a:rPr>
              <a:t>Beneficios del Proyecto</a:t>
            </a:r>
          </a:p>
          <a:p>
            <a:pPr algn="l">
              <a:buFont typeface="Arial" panose="020B0604020202020204" pitchFamily="34" charset="0"/>
              <a:buChar char="•"/>
            </a:pPr>
            <a:r>
              <a:rPr lang="es-MX" b="1" i="0" dirty="0">
                <a:solidFill>
                  <a:srgbClr val="ECECEC"/>
                </a:solidFill>
                <a:effectLst/>
                <a:highlight>
                  <a:srgbClr val="212121"/>
                </a:highlight>
                <a:latin typeface="Söhne"/>
              </a:rPr>
              <a:t>Mejora en la Eficiencia Operativa:</a:t>
            </a:r>
            <a:r>
              <a:rPr lang="es-MX" b="0" i="0" dirty="0">
                <a:solidFill>
                  <a:srgbClr val="ECECEC"/>
                </a:solidFill>
                <a:effectLst/>
                <a:highlight>
                  <a:srgbClr val="212121"/>
                </a:highlight>
                <a:latin typeface="Söhne"/>
              </a:rPr>
              <a:t> Automatiza procesos manuales, reduciendo errores y optimizando el uso de recursos.</a:t>
            </a:r>
          </a:p>
          <a:p>
            <a:pPr algn="l">
              <a:buFont typeface="Arial" panose="020B0604020202020204" pitchFamily="34" charset="0"/>
              <a:buChar char="•"/>
            </a:pPr>
            <a:r>
              <a:rPr lang="es-MX" b="1" i="0" dirty="0">
                <a:solidFill>
                  <a:srgbClr val="ECECEC"/>
                </a:solidFill>
                <a:effectLst/>
                <a:highlight>
                  <a:srgbClr val="212121"/>
                </a:highlight>
                <a:latin typeface="Söhne"/>
              </a:rPr>
              <a:t>Aumento de la Visibilidad:</a:t>
            </a:r>
            <a:r>
              <a:rPr lang="es-MX" b="0" i="0" dirty="0">
                <a:solidFill>
                  <a:srgbClr val="ECECEC"/>
                </a:solidFill>
                <a:effectLst/>
                <a:highlight>
                  <a:srgbClr val="212121"/>
                </a:highlight>
                <a:latin typeface="Söhne"/>
              </a:rPr>
              <a:t> Proporciona visibilidad en tiempo real de las operaciones, mejorando la gestión de inventarios y activos.</a:t>
            </a:r>
          </a:p>
          <a:p>
            <a:pPr algn="l">
              <a:buFont typeface="Arial" panose="020B0604020202020204" pitchFamily="34" charset="0"/>
              <a:buChar char="•"/>
            </a:pPr>
            <a:r>
              <a:rPr lang="es-MX" b="1" i="0" dirty="0">
                <a:solidFill>
                  <a:srgbClr val="ECECEC"/>
                </a:solidFill>
                <a:effectLst/>
                <a:highlight>
                  <a:srgbClr val="212121"/>
                </a:highlight>
                <a:latin typeface="Söhne"/>
              </a:rPr>
              <a:t>Toma de Decisiones Informada:</a:t>
            </a:r>
            <a:r>
              <a:rPr lang="es-MX" b="0" i="0" dirty="0">
                <a:solidFill>
                  <a:srgbClr val="ECECEC"/>
                </a:solidFill>
                <a:effectLst/>
                <a:highlight>
                  <a:srgbClr val="212121"/>
                </a:highlight>
                <a:latin typeface="Söhne"/>
              </a:rPr>
              <a:t> Los datos precisos y oportunos permiten tomar decisiones basadas en información concreta y actualizada.</a:t>
            </a:r>
          </a:p>
          <a:p>
            <a:pPr algn="l">
              <a:buFont typeface="Arial" panose="020B0604020202020204" pitchFamily="34" charset="0"/>
              <a:buChar char="•"/>
            </a:pPr>
            <a:r>
              <a:rPr lang="es-MX" b="1" i="0" dirty="0">
                <a:solidFill>
                  <a:srgbClr val="ECECEC"/>
                </a:solidFill>
                <a:effectLst/>
                <a:highlight>
                  <a:srgbClr val="212121"/>
                </a:highlight>
                <a:latin typeface="Söhne"/>
              </a:rPr>
              <a:t>Reducción de Costos:</a:t>
            </a:r>
            <a:r>
              <a:rPr lang="es-MX" b="0" i="0" dirty="0">
                <a:solidFill>
                  <a:srgbClr val="ECECEC"/>
                </a:solidFill>
                <a:effectLst/>
                <a:highlight>
                  <a:srgbClr val="212121"/>
                </a:highlight>
                <a:latin typeface="Söhne"/>
              </a:rPr>
              <a:t> La optimización de procesos y la reducción de pérdidas y errores contribuyen a una disminución significativa de costos operativos.</a:t>
            </a:r>
          </a:p>
          <a:p>
            <a:pPr algn="l"/>
            <a:r>
              <a:rPr lang="es-MX" b="0" i="0" dirty="0">
                <a:solidFill>
                  <a:srgbClr val="ECECEC"/>
                </a:solidFill>
                <a:effectLst/>
                <a:highlight>
                  <a:srgbClr val="212121"/>
                </a:highlight>
                <a:latin typeface="Söhne"/>
              </a:rPr>
              <a:t>En conclusión, la administración de proyectos de TI es fundamental para el éxito de iniciativas como el Sensor Inteligente RFID. A través de una gestión eficiente y eficaz, este proyecto no solo se posiciona como una solución tecnológica avanzada, sino también como una herramienta estratégica para mejorar la competitividad y la eficiencia en diversas industrias.</a:t>
            </a:r>
          </a:p>
          <a:p>
            <a:endParaRPr lang="es-MX" dirty="0"/>
          </a:p>
        </p:txBody>
      </p:sp>
      <p:sp>
        <p:nvSpPr>
          <p:cNvPr id="4" name="Marcador de número de diapositiva 3"/>
          <p:cNvSpPr>
            <a:spLocks noGrp="1"/>
          </p:cNvSpPr>
          <p:nvPr>
            <p:ph type="sldNum" sz="quarter" idx="5"/>
          </p:nvPr>
        </p:nvSpPr>
        <p:spPr/>
        <p:txBody>
          <a:bodyPr/>
          <a:lstStyle/>
          <a:p>
            <a:fld id="{CC35073C-CB64-4DCE-98C8-77422BB0EDB2}" type="slidenum">
              <a:rPr lang="es-MX" smtClean="0"/>
              <a:t>3</a:t>
            </a:fld>
            <a:endParaRPr lang="es-MX"/>
          </a:p>
        </p:txBody>
      </p:sp>
    </p:spTree>
    <p:extLst>
      <p:ext uri="{BB962C8B-B14F-4D97-AF65-F5344CB8AC3E}">
        <p14:creationId xmlns:p14="http://schemas.microsoft.com/office/powerpoint/2010/main" val="2235159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buFont typeface="+mj-lt"/>
              <a:buAutoNum type="arabicPeriod"/>
            </a:pPr>
            <a:r>
              <a:rPr lang="es-MX" b="1" i="0" dirty="0">
                <a:solidFill>
                  <a:srgbClr val="ECECEC"/>
                </a:solidFill>
                <a:effectLst/>
                <a:highlight>
                  <a:srgbClr val="212121"/>
                </a:highlight>
                <a:latin typeface="Söhne"/>
              </a:rPr>
              <a:t>Proyecto:</a:t>
            </a:r>
            <a:r>
              <a:rPr lang="es-MX" b="0" i="0" dirty="0">
                <a:solidFill>
                  <a:srgbClr val="ECECEC"/>
                </a:solidFill>
                <a:effectLst/>
                <a:highlight>
                  <a:srgbClr val="212121"/>
                </a:highlight>
                <a:latin typeface="Söhne"/>
              </a:rPr>
              <a:t> Un esfuerzo temporal para crear un producto, servicio o resultado único. En el contexto de T.I., un proyecto podría ser el desarrollo de un software, la implementación de una infraestructura de red, o la migración a una nueva plataforma tecnológica.</a:t>
            </a:r>
          </a:p>
          <a:p>
            <a:pPr algn="l">
              <a:buFont typeface="+mj-lt"/>
              <a:buAutoNum type="arabicPeriod"/>
            </a:pPr>
            <a:r>
              <a:rPr lang="es-MX" b="1" i="0" dirty="0">
                <a:solidFill>
                  <a:srgbClr val="ECECEC"/>
                </a:solidFill>
                <a:effectLst/>
                <a:highlight>
                  <a:srgbClr val="212121"/>
                </a:highlight>
                <a:latin typeface="Söhne"/>
              </a:rPr>
              <a:t>Administración de Proyectos:</a:t>
            </a:r>
            <a:r>
              <a:rPr lang="es-MX" b="0" i="0" dirty="0">
                <a:solidFill>
                  <a:srgbClr val="ECECEC"/>
                </a:solidFill>
                <a:effectLst/>
                <a:highlight>
                  <a:srgbClr val="212121"/>
                </a:highlight>
                <a:latin typeface="Söhne"/>
              </a:rPr>
              <a:t> La aplicación de conocimientos, habilidades, herramientas y técnicas para cumplir con los requisitos del proyecto. Implica planificar, ejecutar, monitorear y controlar las actividades del proyecto para alcanzar sus objetivos dentro de las restricciones de tiempo, costo, calidad, alcance y riesgo.</a:t>
            </a:r>
          </a:p>
          <a:p>
            <a:pPr algn="l">
              <a:buFont typeface="+mj-lt"/>
              <a:buAutoNum type="arabicPeriod"/>
            </a:pPr>
            <a:r>
              <a:rPr lang="es-MX" b="1" i="0" dirty="0">
                <a:solidFill>
                  <a:srgbClr val="ECECEC"/>
                </a:solidFill>
                <a:effectLst/>
                <a:highlight>
                  <a:srgbClr val="212121"/>
                </a:highlight>
                <a:latin typeface="Söhne"/>
              </a:rPr>
              <a:t>PMI:</a:t>
            </a:r>
            <a:r>
              <a:rPr lang="es-MX" b="0" i="0" dirty="0">
                <a:solidFill>
                  <a:srgbClr val="ECECEC"/>
                </a:solidFill>
                <a:effectLst/>
                <a:highlight>
                  <a:srgbClr val="212121"/>
                </a:highlight>
                <a:latin typeface="Söhne"/>
              </a:rPr>
              <a:t> El Project Management </a:t>
            </a:r>
            <a:r>
              <a:rPr lang="es-MX" b="0" i="0" dirty="0" err="1">
                <a:solidFill>
                  <a:srgbClr val="ECECEC"/>
                </a:solidFill>
                <a:effectLst/>
                <a:highlight>
                  <a:srgbClr val="212121"/>
                </a:highlight>
                <a:latin typeface="Söhne"/>
              </a:rPr>
              <a:t>Institute</a:t>
            </a:r>
            <a:r>
              <a:rPr lang="es-MX" b="0" i="0" dirty="0">
                <a:solidFill>
                  <a:srgbClr val="ECECEC"/>
                </a:solidFill>
                <a:effectLst/>
                <a:highlight>
                  <a:srgbClr val="212121"/>
                </a:highlight>
                <a:latin typeface="Söhne"/>
              </a:rPr>
              <a:t> es una organización sin fines de lucro que promueve estándares y prácticas de administración de proyectos a nivel mundial. El marco de referencia más utilizado del PMI es el PMBOK (Project Management </a:t>
            </a:r>
            <a:r>
              <a:rPr lang="es-MX" b="0" i="0" dirty="0" err="1">
                <a:solidFill>
                  <a:srgbClr val="ECECEC"/>
                </a:solidFill>
                <a:effectLst/>
                <a:highlight>
                  <a:srgbClr val="212121"/>
                </a:highlight>
                <a:latin typeface="Söhne"/>
              </a:rPr>
              <a:t>Body</a:t>
            </a:r>
            <a:r>
              <a:rPr lang="es-MX" b="0" i="0" dirty="0">
                <a:solidFill>
                  <a:srgbClr val="ECECEC"/>
                </a:solidFill>
                <a:effectLst/>
                <a:highlight>
                  <a:srgbClr val="212121"/>
                </a:highlight>
                <a:latin typeface="Söhne"/>
              </a:rPr>
              <a:t> </a:t>
            </a:r>
            <a:r>
              <a:rPr lang="es-MX" b="0" i="0" dirty="0" err="1">
                <a:solidFill>
                  <a:srgbClr val="ECECEC"/>
                </a:solidFill>
                <a:effectLst/>
                <a:highlight>
                  <a:srgbClr val="212121"/>
                </a:highlight>
                <a:latin typeface="Söhne"/>
              </a:rPr>
              <a:t>of</a:t>
            </a:r>
            <a:r>
              <a:rPr lang="es-MX" b="0" i="0" dirty="0">
                <a:solidFill>
                  <a:srgbClr val="ECECEC"/>
                </a:solidFill>
                <a:effectLst/>
                <a:highlight>
                  <a:srgbClr val="212121"/>
                </a:highlight>
                <a:latin typeface="Söhne"/>
              </a:rPr>
              <a:t> </a:t>
            </a:r>
            <a:r>
              <a:rPr lang="es-MX" b="0" i="0" dirty="0" err="1">
                <a:solidFill>
                  <a:srgbClr val="ECECEC"/>
                </a:solidFill>
                <a:effectLst/>
                <a:highlight>
                  <a:srgbClr val="212121"/>
                </a:highlight>
                <a:latin typeface="Söhne"/>
              </a:rPr>
              <a:t>Knowledge</a:t>
            </a:r>
            <a:r>
              <a:rPr lang="es-MX" b="0" i="0" dirty="0">
                <a:solidFill>
                  <a:srgbClr val="ECECEC"/>
                </a:solidFill>
                <a:effectLst/>
                <a:highlight>
                  <a:srgbClr val="212121"/>
                </a:highlight>
                <a:latin typeface="Söhne"/>
              </a:rPr>
              <a:t>), que proporciona un conjunto de mejores prácticas y estándares reconocidos internacionalmente para la gestión de proyectos.</a:t>
            </a:r>
          </a:p>
          <a:p>
            <a:pPr algn="l">
              <a:buFont typeface="+mj-lt"/>
              <a:buAutoNum type="arabicPeriod"/>
            </a:pPr>
            <a:r>
              <a:rPr lang="es-MX" b="1" i="0" dirty="0">
                <a:solidFill>
                  <a:srgbClr val="ECECEC"/>
                </a:solidFill>
                <a:effectLst/>
                <a:highlight>
                  <a:srgbClr val="212121"/>
                </a:highlight>
                <a:latin typeface="Söhne"/>
              </a:rPr>
              <a:t>Áreas de Conocimiento del PMBOK:</a:t>
            </a:r>
            <a:r>
              <a:rPr lang="es-MX" b="0" i="0" dirty="0">
                <a:solidFill>
                  <a:srgbClr val="ECECEC"/>
                </a:solidFill>
                <a:effectLst/>
                <a:highlight>
                  <a:srgbClr val="212121"/>
                </a:highlight>
                <a:latin typeface="Söhne"/>
              </a:rPr>
              <a:t> Son los diferentes aspectos de la administración de proyectos que se consideran esenciales para lograr el éxito del proyecto. Incluyen:</a:t>
            </a:r>
          </a:p>
          <a:p>
            <a:pPr marL="742950" lvl="1" indent="-285750" algn="l">
              <a:buFont typeface="+mj-lt"/>
              <a:buAutoNum type="arabicPeriod"/>
            </a:pPr>
            <a:r>
              <a:rPr lang="es-MX" b="0" i="0" dirty="0">
                <a:solidFill>
                  <a:srgbClr val="ECECEC"/>
                </a:solidFill>
                <a:effectLst/>
                <a:highlight>
                  <a:srgbClr val="212121"/>
                </a:highlight>
                <a:latin typeface="Söhne"/>
              </a:rPr>
              <a:t>Gestión de la Integración</a:t>
            </a:r>
          </a:p>
          <a:p>
            <a:pPr marL="742950" lvl="1" indent="-285750" algn="l">
              <a:buFont typeface="+mj-lt"/>
              <a:buAutoNum type="arabicPeriod"/>
            </a:pPr>
            <a:r>
              <a:rPr lang="es-MX" b="0" i="0" dirty="0">
                <a:solidFill>
                  <a:srgbClr val="ECECEC"/>
                </a:solidFill>
                <a:effectLst/>
                <a:highlight>
                  <a:srgbClr val="212121"/>
                </a:highlight>
                <a:latin typeface="Söhne"/>
              </a:rPr>
              <a:t>Gestión del Alcance</a:t>
            </a:r>
          </a:p>
          <a:p>
            <a:pPr marL="742950" lvl="1" indent="-285750" algn="l">
              <a:buFont typeface="+mj-lt"/>
              <a:buAutoNum type="arabicPeriod"/>
            </a:pPr>
            <a:r>
              <a:rPr lang="es-MX" b="0" i="0" dirty="0">
                <a:solidFill>
                  <a:srgbClr val="ECECEC"/>
                </a:solidFill>
                <a:effectLst/>
                <a:highlight>
                  <a:srgbClr val="212121"/>
                </a:highlight>
                <a:latin typeface="Söhne"/>
              </a:rPr>
              <a:t>Gestión del Tiempo</a:t>
            </a:r>
          </a:p>
          <a:p>
            <a:pPr marL="742950" lvl="1" indent="-285750" algn="l">
              <a:buFont typeface="+mj-lt"/>
              <a:buAutoNum type="arabicPeriod"/>
            </a:pPr>
            <a:r>
              <a:rPr lang="es-MX" b="0" i="0" dirty="0">
                <a:solidFill>
                  <a:srgbClr val="ECECEC"/>
                </a:solidFill>
                <a:effectLst/>
                <a:highlight>
                  <a:srgbClr val="212121"/>
                </a:highlight>
                <a:latin typeface="Söhne"/>
              </a:rPr>
              <a:t>Gestión del Costo</a:t>
            </a:r>
          </a:p>
          <a:p>
            <a:pPr marL="742950" lvl="1" indent="-285750" algn="l">
              <a:buFont typeface="+mj-lt"/>
              <a:buAutoNum type="arabicPeriod"/>
            </a:pPr>
            <a:r>
              <a:rPr lang="es-MX" b="0" i="0" dirty="0">
                <a:solidFill>
                  <a:srgbClr val="ECECEC"/>
                </a:solidFill>
                <a:effectLst/>
                <a:highlight>
                  <a:srgbClr val="212121"/>
                </a:highlight>
                <a:latin typeface="Söhne"/>
              </a:rPr>
              <a:t>Gestión de la Calidad</a:t>
            </a:r>
          </a:p>
          <a:p>
            <a:pPr marL="742950" lvl="1" indent="-285750" algn="l">
              <a:buFont typeface="+mj-lt"/>
              <a:buAutoNum type="arabicPeriod"/>
            </a:pPr>
            <a:r>
              <a:rPr lang="es-MX" b="0" i="0" dirty="0">
                <a:solidFill>
                  <a:srgbClr val="ECECEC"/>
                </a:solidFill>
                <a:effectLst/>
                <a:highlight>
                  <a:srgbClr val="212121"/>
                </a:highlight>
                <a:latin typeface="Söhne"/>
              </a:rPr>
              <a:t>Gestión de los Recursos Humanos</a:t>
            </a:r>
          </a:p>
          <a:p>
            <a:pPr marL="742950" lvl="1" indent="-285750" algn="l">
              <a:buFont typeface="+mj-lt"/>
              <a:buAutoNum type="arabicPeriod"/>
            </a:pPr>
            <a:r>
              <a:rPr lang="es-MX" b="0" i="0" dirty="0">
                <a:solidFill>
                  <a:srgbClr val="ECECEC"/>
                </a:solidFill>
                <a:effectLst/>
                <a:highlight>
                  <a:srgbClr val="212121"/>
                </a:highlight>
                <a:latin typeface="Söhne"/>
              </a:rPr>
              <a:t>Gestión de las Comunicaciones</a:t>
            </a:r>
          </a:p>
          <a:p>
            <a:pPr marL="742950" lvl="1" indent="-285750" algn="l">
              <a:buFont typeface="+mj-lt"/>
              <a:buAutoNum type="arabicPeriod"/>
            </a:pPr>
            <a:r>
              <a:rPr lang="es-MX" b="0" i="0" dirty="0">
                <a:solidFill>
                  <a:srgbClr val="ECECEC"/>
                </a:solidFill>
                <a:effectLst/>
                <a:highlight>
                  <a:srgbClr val="212121"/>
                </a:highlight>
                <a:latin typeface="Söhne"/>
              </a:rPr>
              <a:t>Gestión de los Riesgos</a:t>
            </a:r>
          </a:p>
          <a:p>
            <a:pPr marL="742950" lvl="1" indent="-285750" algn="l">
              <a:buFont typeface="+mj-lt"/>
              <a:buAutoNum type="arabicPeriod"/>
            </a:pPr>
            <a:r>
              <a:rPr lang="es-MX" b="0" i="0" dirty="0">
                <a:solidFill>
                  <a:srgbClr val="ECECEC"/>
                </a:solidFill>
                <a:effectLst/>
                <a:highlight>
                  <a:srgbClr val="212121"/>
                </a:highlight>
                <a:latin typeface="Söhne"/>
              </a:rPr>
              <a:t>Gestión de las Adquisiciones</a:t>
            </a:r>
          </a:p>
          <a:p>
            <a:pPr marL="742950" lvl="1" indent="-285750" algn="l">
              <a:buFont typeface="+mj-lt"/>
              <a:buAutoNum type="arabicPeriod"/>
            </a:pPr>
            <a:r>
              <a:rPr lang="es-MX" b="0" i="0" dirty="0">
                <a:solidFill>
                  <a:srgbClr val="ECECEC"/>
                </a:solidFill>
                <a:effectLst/>
                <a:highlight>
                  <a:srgbClr val="212121"/>
                </a:highlight>
                <a:latin typeface="Söhne"/>
              </a:rPr>
              <a:t>Gestión de los Interesados</a:t>
            </a:r>
          </a:p>
          <a:p>
            <a:pPr algn="l">
              <a:buFont typeface="+mj-lt"/>
              <a:buAutoNum type="arabicPeriod"/>
            </a:pPr>
            <a:r>
              <a:rPr lang="es-MX" b="1" i="0" dirty="0">
                <a:solidFill>
                  <a:srgbClr val="ECECEC"/>
                </a:solidFill>
                <a:effectLst/>
                <a:highlight>
                  <a:srgbClr val="212121"/>
                </a:highlight>
                <a:latin typeface="Söhne"/>
              </a:rPr>
              <a:t>Ciclo de Vida del Proyecto:</a:t>
            </a:r>
            <a:r>
              <a:rPr lang="es-MX" b="0" i="0" dirty="0">
                <a:solidFill>
                  <a:srgbClr val="ECECEC"/>
                </a:solidFill>
                <a:effectLst/>
                <a:highlight>
                  <a:srgbClr val="212121"/>
                </a:highlight>
                <a:latin typeface="Söhne"/>
              </a:rPr>
              <a:t> Es la secuencia de fases que un proyecto atraviesa desde su inicio hasta su cierre. Las fases típicas incluyen: inicio, planificación, ejecución, monitoreo y control, y cierre. La metodología PMI reconoce la importancia de adaptar el ciclo de vida del proyecto a las necesidades específicas del mismo.</a:t>
            </a:r>
          </a:p>
          <a:p>
            <a:pPr algn="l">
              <a:buFont typeface="+mj-lt"/>
              <a:buAutoNum type="arabicPeriod"/>
            </a:pPr>
            <a:r>
              <a:rPr lang="es-MX" b="1" i="0" dirty="0">
                <a:solidFill>
                  <a:srgbClr val="ECECEC"/>
                </a:solidFill>
                <a:effectLst/>
                <a:highlight>
                  <a:srgbClr val="212121"/>
                </a:highlight>
                <a:latin typeface="Söhne"/>
              </a:rPr>
              <a:t>Estructura de Desglose del Trabajo (EDT):</a:t>
            </a:r>
            <a:r>
              <a:rPr lang="es-MX" b="0" i="0" dirty="0">
                <a:solidFill>
                  <a:srgbClr val="ECECEC"/>
                </a:solidFill>
                <a:effectLst/>
                <a:highlight>
                  <a:srgbClr val="212121"/>
                </a:highlight>
                <a:latin typeface="Söhne"/>
              </a:rPr>
              <a:t> Es una descomposición jerárquica y exhaustiva de todos los elementos de trabajo necesarios para completar el proyecto. La EDT organiza y define el alcance total del proyecto de manera que sea más fácil de gestionar y controlar.</a:t>
            </a:r>
          </a:p>
          <a:p>
            <a:pPr algn="l">
              <a:buFont typeface="+mj-lt"/>
              <a:buAutoNum type="arabicPeriod"/>
            </a:pPr>
            <a:r>
              <a:rPr lang="es-MX" b="1" i="0" dirty="0">
                <a:solidFill>
                  <a:srgbClr val="ECECEC"/>
                </a:solidFill>
                <a:effectLst/>
                <a:highlight>
                  <a:srgbClr val="212121"/>
                </a:highlight>
                <a:latin typeface="Söhne"/>
              </a:rPr>
              <a:t>Riesgo del Proyecto:</a:t>
            </a:r>
            <a:r>
              <a:rPr lang="es-MX" b="0" i="0" dirty="0">
                <a:solidFill>
                  <a:srgbClr val="ECECEC"/>
                </a:solidFill>
                <a:effectLst/>
                <a:highlight>
                  <a:srgbClr val="212121"/>
                </a:highlight>
                <a:latin typeface="Söhne"/>
              </a:rPr>
              <a:t> La incertidumbre inherente a cualquier proyecto que pueda afectar el logro de sus objetivos. La gestión de riesgos en proyectos de T.I. implica la identificación, análisis, evaluación y respuesta a los riesgos potenciales que podrían surgir durante el desarrollo y la implementación de soluciones tecnológicas.</a:t>
            </a:r>
          </a:p>
          <a:p>
            <a:pPr algn="l">
              <a:buFont typeface="+mj-lt"/>
              <a:buAutoNum type="arabicPeriod"/>
            </a:pPr>
            <a:r>
              <a:rPr lang="es-MX" b="1" i="0" dirty="0">
                <a:solidFill>
                  <a:srgbClr val="ECECEC"/>
                </a:solidFill>
                <a:effectLst/>
                <a:highlight>
                  <a:srgbClr val="212121"/>
                </a:highlight>
                <a:latin typeface="Söhne"/>
              </a:rPr>
              <a:t>Comunicación del Proyecto:</a:t>
            </a:r>
            <a:r>
              <a:rPr lang="es-MX" b="0" i="0" dirty="0">
                <a:solidFill>
                  <a:srgbClr val="ECECEC"/>
                </a:solidFill>
                <a:effectLst/>
                <a:highlight>
                  <a:srgbClr val="212121"/>
                </a:highlight>
                <a:latin typeface="Söhne"/>
              </a:rPr>
              <a:t> La planificación, distribución y gestión de la información relevante para las partes interesadas del proyecto. La comunicación efectiva es crucial para garantizar que todos los involucrados comprendan los objetivos, el progreso y los cambios en el proyecto.</a:t>
            </a:r>
          </a:p>
          <a:p>
            <a:pPr algn="l"/>
            <a:r>
              <a:rPr lang="es-MX" b="0" i="0" dirty="0">
                <a:solidFill>
                  <a:srgbClr val="ECECEC"/>
                </a:solidFill>
                <a:effectLst/>
                <a:highlight>
                  <a:srgbClr val="212121"/>
                </a:highlight>
                <a:latin typeface="Söhne"/>
              </a:rPr>
              <a:t>Estos conceptos clave proporcionan una base sólida para comprender la administración de proyectos de T.I. bajo la metodología PMI, aunque el éxito real de la gestión de proyectos depende de la aplicación efectiva de estos principios en situaciones específicas.</a:t>
            </a:r>
          </a:p>
          <a:p>
            <a:endParaRPr lang="es-MX" dirty="0"/>
          </a:p>
        </p:txBody>
      </p:sp>
      <p:sp>
        <p:nvSpPr>
          <p:cNvPr id="4" name="Marcador de número de diapositiva 3"/>
          <p:cNvSpPr>
            <a:spLocks noGrp="1"/>
          </p:cNvSpPr>
          <p:nvPr>
            <p:ph type="sldNum" sz="quarter" idx="5"/>
          </p:nvPr>
        </p:nvSpPr>
        <p:spPr/>
        <p:txBody>
          <a:bodyPr/>
          <a:lstStyle/>
          <a:p>
            <a:fld id="{CC35073C-CB64-4DCE-98C8-77422BB0EDB2}" type="slidenum">
              <a:rPr lang="es-MX" smtClean="0"/>
              <a:t>4</a:t>
            </a:fld>
            <a:endParaRPr lang="es-MX"/>
          </a:p>
        </p:txBody>
      </p:sp>
    </p:spTree>
    <p:extLst>
      <p:ext uri="{BB962C8B-B14F-4D97-AF65-F5344CB8AC3E}">
        <p14:creationId xmlns:p14="http://schemas.microsoft.com/office/powerpoint/2010/main" val="2467505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buFont typeface="+mj-lt"/>
              <a:buAutoNum type="arabicPeriod"/>
            </a:pPr>
            <a:r>
              <a:rPr lang="es-MX" b="1" i="0" dirty="0">
                <a:solidFill>
                  <a:srgbClr val="ECECEC"/>
                </a:solidFill>
                <a:effectLst/>
                <a:highlight>
                  <a:srgbClr val="212121"/>
                </a:highlight>
                <a:latin typeface="Söhne"/>
              </a:rPr>
              <a:t>Acta de Constitución del Proyecto (Project </a:t>
            </a:r>
            <a:r>
              <a:rPr lang="es-MX" b="1" i="0" dirty="0" err="1">
                <a:solidFill>
                  <a:srgbClr val="ECECEC"/>
                </a:solidFill>
                <a:effectLst/>
                <a:highlight>
                  <a:srgbClr val="212121"/>
                </a:highlight>
                <a:latin typeface="Söhne"/>
              </a:rPr>
              <a:t>Charter</a:t>
            </a:r>
            <a:r>
              <a:rPr lang="es-MX" b="1" i="0" dirty="0">
                <a:solidFill>
                  <a:srgbClr val="ECECEC"/>
                </a:solidFill>
                <a:effectLst/>
                <a:highlight>
                  <a:srgbClr val="212121"/>
                </a:highlight>
                <a:latin typeface="Söhne"/>
              </a:rPr>
              <a:t>):</a:t>
            </a:r>
            <a:r>
              <a:rPr lang="es-MX" b="0" i="0" dirty="0">
                <a:solidFill>
                  <a:srgbClr val="ECECEC"/>
                </a:solidFill>
                <a:effectLst/>
                <a:highlight>
                  <a:srgbClr val="212121"/>
                </a:highlight>
                <a:latin typeface="Söhne"/>
              </a:rPr>
              <a:t> Este documento formaliza la existencia del proyecto, define sus objetivos, identifica al director del proyecto y establece su autoridad. Es esencial para garantizar el compromiso y el apoyo de las partes interesadas desde el principio.</a:t>
            </a:r>
          </a:p>
          <a:p>
            <a:pPr algn="l">
              <a:buFont typeface="+mj-lt"/>
              <a:buAutoNum type="arabicPeriod"/>
            </a:pPr>
            <a:r>
              <a:rPr lang="es-MX" b="1" i="0" dirty="0">
                <a:solidFill>
                  <a:srgbClr val="ECECEC"/>
                </a:solidFill>
                <a:effectLst/>
                <a:highlight>
                  <a:srgbClr val="212121"/>
                </a:highlight>
                <a:latin typeface="Söhne"/>
              </a:rPr>
              <a:t>Identificación de </a:t>
            </a:r>
            <a:r>
              <a:rPr lang="es-MX" b="1" i="0" dirty="0" err="1">
                <a:solidFill>
                  <a:srgbClr val="ECECEC"/>
                </a:solidFill>
                <a:effectLst/>
                <a:highlight>
                  <a:srgbClr val="212121"/>
                </a:highlight>
                <a:latin typeface="Söhne"/>
              </a:rPr>
              <a:t>Stakeholders</a:t>
            </a:r>
            <a:r>
              <a:rPr lang="es-MX" b="1" i="0" dirty="0">
                <a:solidFill>
                  <a:srgbClr val="ECECEC"/>
                </a:solidFill>
                <a:effectLst/>
                <a:highlight>
                  <a:srgbClr val="212121"/>
                </a:highlight>
                <a:latin typeface="Söhne"/>
              </a:rPr>
              <a:t>:</a:t>
            </a:r>
            <a:r>
              <a:rPr lang="es-MX" b="0" i="0" dirty="0">
                <a:solidFill>
                  <a:srgbClr val="ECECEC"/>
                </a:solidFill>
                <a:effectLst/>
                <a:highlight>
                  <a:srgbClr val="212121"/>
                </a:highlight>
                <a:latin typeface="Söhne"/>
              </a:rPr>
              <a:t> Identificar a todas las partes interesadas, como los patrocinadores, usuarios finales, equipo del proyecto y otros grupos afectados, para comprender sus necesidades, expectativas y requisitos.</a:t>
            </a:r>
          </a:p>
          <a:p>
            <a:pPr algn="l">
              <a:buFont typeface="+mj-lt"/>
              <a:buAutoNum type="arabicPeriod"/>
            </a:pPr>
            <a:r>
              <a:rPr lang="es-MX" b="1" i="0" dirty="0">
                <a:solidFill>
                  <a:srgbClr val="ECECEC"/>
                </a:solidFill>
                <a:effectLst/>
                <a:highlight>
                  <a:srgbClr val="212121"/>
                </a:highlight>
                <a:latin typeface="Söhne"/>
              </a:rPr>
              <a:t>Análisis de Viabilidad del Proyecto:</a:t>
            </a:r>
            <a:r>
              <a:rPr lang="es-MX" b="0" i="0" dirty="0">
                <a:solidFill>
                  <a:srgbClr val="ECECEC"/>
                </a:solidFill>
                <a:effectLst/>
                <a:highlight>
                  <a:srgbClr val="212121"/>
                </a:highlight>
                <a:latin typeface="Söhne"/>
              </a:rPr>
              <a:t> Evaluar la viabilidad técnica, económica y operativa del proyecto para asegurar que sea factible y que los beneficios justifiquen los costos y riesgos asociados.</a:t>
            </a:r>
          </a:p>
          <a:p>
            <a:pPr algn="l">
              <a:buFont typeface="+mj-lt"/>
              <a:buAutoNum type="arabicPeriod"/>
            </a:pPr>
            <a:r>
              <a:rPr lang="es-MX" b="1" i="0" dirty="0">
                <a:solidFill>
                  <a:srgbClr val="ECECEC"/>
                </a:solidFill>
                <a:effectLst/>
                <a:highlight>
                  <a:srgbClr val="212121"/>
                </a:highlight>
                <a:latin typeface="Söhne"/>
              </a:rPr>
              <a:t>Definición de Objetivos y Alcance Preliminar:</a:t>
            </a:r>
            <a:r>
              <a:rPr lang="es-MX" b="0" i="0" dirty="0">
                <a:solidFill>
                  <a:srgbClr val="ECECEC"/>
                </a:solidFill>
                <a:effectLst/>
                <a:highlight>
                  <a:srgbClr val="212121"/>
                </a:highlight>
                <a:latin typeface="Söhne"/>
              </a:rPr>
              <a:t> Establecer claramente los objetivos del proyecto y delinear el alcance inicial para garantizar una comprensión común entre todas las partes interesadas.</a:t>
            </a:r>
          </a:p>
          <a:p>
            <a:pPr algn="l">
              <a:buFont typeface="+mj-lt"/>
              <a:buAutoNum type="arabicPeriod"/>
            </a:pPr>
            <a:r>
              <a:rPr lang="es-MX" b="1" i="0" dirty="0">
                <a:solidFill>
                  <a:srgbClr val="ECECEC"/>
                </a:solidFill>
                <a:effectLst/>
                <a:highlight>
                  <a:srgbClr val="212121"/>
                </a:highlight>
                <a:latin typeface="Söhne"/>
              </a:rPr>
              <a:t>Identificación de Riesgos Preliminares:</a:t>
            </a:r>
            <a:r>
              <a:rPr lang="es-MX" b="0" i="0" dirty="0">
                <a:solidFill>
                  <a:srgbClr val="ECECEC"/>
                </a:solidFill>
                <a:effectLst/>
                <a:highlight>
                  <a:srgbClr val="212121"/>
                </a:highlight>
                <a:latin typeface="Söhne"/>
              </a:rPr>
              <a:t> Identificar y documentar los posibles riesgos que podrían afectar al proyecto, junto con sus posibles respuestas, para permitir una gestión proactiva de los riesgos.</a:t>
            </a:r>
          </a:p>
          <a:p>
            <a:pPr algn="l">
              <a:buFont typeface="+mj-lt"/>
              <a:buAutoNum type="arabicPeriod"/>
            </a:pPr>
            <a:r>
              <a:rPr lang="es-MX" b="1" i="0" dirty="0">
                <a:solidFill>
                  <a:srgbClr val="ECECEC"/>
                </a:solidFill>
                <a:effectLst/>
                <a:highlight>
                  <a:srgbClr val="212121"/>
                </a:highlight>
                <a:latin typeface="Söhne"/>
              </a:rPr>
              <a:t>Establecimiento de Estructura de Organización del Proyecto:</a:t>
            </a:r>
            <a:r>
              <a:rPr lang="es-MX" b="0" i="0" dirty="0">
                <a:solidFill>
                  <a:srgbClr val="ECECEC"/>
                </a:solidFill>
                <a:effectLst/>
                <a:highlight>
                  <a:srgbClr val="212121"/>
                </a:highlight>
                <a:latin typeface="Söhne"/>
              </a:rPr>
              <a:t> Definir la estructura organizativa del equipo del proyecto, incluyendo roles, responsabilidades y relaciones de comunicación, para garantizar una gestión eficaz del proyecto.</a:t>
            </a:r>
          </a:p>
          <a:p>
            <a:pPr algn="l">
              <a:buFont typeface="+mj-lt"/>
              <a:buAutoNum type="arabicPeriod"/>
            </a:pPr>
            <a:r>
              <a:rPr lang="es-MX" b="1" i="0" dirty="0">
                <a:solidFill>
                  <a:srgbClr val="ECECEC"/>
                </a:solidFill>
                <a:effectLst/>
                <a:highlight>
                  <a:srgbClr val="212121"/>
                </a:highlight>
                <a:latin typeface="Söhne"/>
              </a:rPr>
              <a:t>Planificación Preliminar:</a:t>
            </a:r>
            <a:r>
              <a:rPr lang="es-MX" b="0" i="0" dirty="0">
                <a:solidFill>
                  <a:srgbClr val="ECECEC"/>
                </a:solidFill>
                <a:effectLst/>
                <a:highlight>
                  <a:srgbClr val="212121"/>
                </a:highlight>
                <a:latin typeface="Söhne"/>
              </a:rPr>
              <a:t> Realizar una planificación preliminar que incluya la identificación de las principales entregas, estimación de recursos y tiempo, y desarrollo de un enfoque inicial para la gestión del proyecto.</a:t>
            </a:r>
          </a:p>
          <a:p>
            <a:endParaRPr lang="es-MX" dirty="0"/>
          </a:p>
        </p:txBody>
      </p:sp>
      <p:sp>
        <p:nvSpPr>
          <p:cNvPr id="4" name="Marcador de número de diapositiva 3"/>
          <p:cNvSpPr>
            <a:spLocks noGrp="1"/>
          </p:cNvSpPr>
          <p:nvPr>
            <p:ph type="sldNum" sz="quarter" idx="5"/>
          </p:nvPr>
        </p:nvSpPr>
        <p:spPr/>
        <p:txBody>
          <a:bodyPr/>
          <a:lstStyle/>
          <a:p>
            <a:fld id="{CC35073C-CB64-4DCE-98C8-77422BB0EDB2}" type="slidenum">
              <a:rPr lang="es-MX" smtClean="0"/>
              <a:t>8</a:t>
            </a:fld>
            <a:endParaRPr lang="es-MX"/>
          </a:p>
        </p:txBody>
      </p:sp>
    </p:spTree>
    <p:extLst>
      <p:ext uri="{BB962C8B-B14F-4D97-AF65-F5344CB8AC3E}">
        <p14:creationId xmlns:p14="http://schemas.microsoft.com/office/powerpoint/2010/main" val="37515483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buFont typeface="+mj-lt"/>
              <a:buAutoNum type="arabicPeriod"/>
            </a:pPr>
            <a:r>
              <a:rPr lang="es-MX" b="1" i="0" dirty="0">
                <a:solidFill>
                  <a:srgbClr val="ECECEC"/>
                </a:solidFill>
                <a:effectLst/>
                <a:highlight>
                  <a:srgbClr val="212121"/>
                </a:highlight>
                <a:latin typeface="Söhne"/>
              </a:rPr>
              <a:t>Definición del Alcance del Proyecto:</a:t>
            </a:r>
            <a:endParaRPr lang="es-MX" b="0" i="0" dirty="0">
              <a:solidFill>
                <a:srgbClr val="ECECEC"/>
              </a:solidFill>
              <a:effectLst/>
              <a:highlight>
                <a:srgbClr val="212121"/>
              </a:highlight>
              <a:latin typeface="Söhne"/>
            </a:endParaRPr>
          </a:p>
          <a:p>
            <a:pPr marL="742950" lvl="1" indent="-285750" algn="l">
              <a:buFont typeface="+mj-lt"/>
              <a:buAutoNum type="arabicPeriod"/>
            </a:pPr>
            <a:r>
              <a:rPr lang="es-MX" b="0" i="0" dirty="0">
                <a:solidFill>
                  <a:srgbClr val="ECECEC"/>
                </a:solidFill>
                <a:effectLst/>
                <a:highlight>
                  <a:srgbClr val="212121"/>
                </a:highlight>
                <a:latin typeface="Söhne"/>
              </a:rPr>
              <a:t>Establecimiento claro de los objetivos del proyecto y los límites de lo que incluye y excluye.</a:t>
            </a:r>
          </a:p>
          <a:p>
            <a:pPr marL="742950" lvl="1" indent="-285750" algn="l">
              <a:buFont typeface="+mj-lt"/>
              <a:buAutoNum type="arabicPeriod"/>
            </a:pPr>
            <a:r>
              <a:rPr lang="es-MX" b="0" i="0" dirty="0">
                <a:solidFill>
                  <a:srgbClr val="ECECEC"/>
                </a:solidFill>
                <a:effectLst/>
                <a:highlight>
                  <a:srgbClr val="212121"/>
                </a:highlight>
                <a:latin typeface="Söhne"/>
              </a:rPr>
              <a:t>Identificación de los entregables y criterios de éxito.</a:t>
            </a:r>
          </a:p>
          <a:p>
            <a:pPr algn="l">
              <a:buFont typeface="+mj-lt"/>
              <a:buAutoNum type="arabicPeriod"/>
            </a:pPr>
            <a:r>
              <a:rPr lang="es-MX" b="1" i="0" dirty="0">
                <a:solidFill>
                  <a:srgbClr val="ECECEC"/>
                </a:solidFill>
                <a:effectLst/>
                <a:highlight>
                  <a:srgbClr val="212121"/>
                </a:highlight>
                <a:latin typeface="Söhne"/>
              </a:rPr>
              <a:t>Creación de la Estructura de Desglose del Trabajo (EDT - WBS):</a:t>
            </a:r>
            <a:endParaRPr lang="es-MX" b="0" i="0" dirty="0">
              <a:solidFill>
                <a:srgbClr val="ECECEC"/>
              </a:solidFill>
              <a:effectLst/>
              <a:highlight>
                <a:srgbClr val="212121"/>
              </a:highlight>
              <a:latin typeface="Söhne"/>
            </a:endParaRPr>
          </a:p>
          <a:p>
            <a:pPr marL="742950" lvl="1" indent="-285750" algn="l">
              <a:buFont typeface="+mj-lt"/>
              <a:buAutoNum type="arabicPeriod"/>
            </a:pPr>
            <a:r>
              <a:rPr lang="es-MX" b="0" i="0" dirty="0">
                <a:solidFill>
                  <a:srgbClr val="ECECEC"/>
                </a:solidFill>
                <a:effectLst/>
                <a:highlight>
                  <a:srgbClr val="212121"/>
                </a:highlight>
                <a:latin typeface="Söhne"/>
              </a:rPr>
              <a:t>Descomposición del alcance del proyecto en tareas más pequeñas y manejables.</a:t>
            </a:r>
          </a:p>
          <a:p>
            <a:pPr marL="742950" lvl="1" indent="-285750" algn="l">
              <a:buFont typeface="+mj-lt"/>
              <a:buAutoNum type="arabicPeriod"/>
            </a:pPr>
            <a:r>
              <a:rPr lang="es-MX" b="0" i="0" dirty="0">
                <a:solidFill>
                  <a:srgbClr val="ECECEC"/>
                </a:solidFill>
                <a:effectLst/>
                <a:highlight>
                  <a:srgbClr val="212121"/>
                </a:highlight>
                <a:latin typeface="Söhne"/>
              </a:rPr>
              <a:t>Organización jerárquica de los entregables y actividades del proyecto.</a:t>
            </a:r>
          </a:p>
          <a:p>
            <a:pPr algn="l">
              <a:buFont typeface="+mj-lt"/>
              <a:buAutoNum type="arabicPeriod"/>
            </a:pPr>
            <a:r>
              <a:rPr lang="es-MX" b="1" i="0" dirty="0">
                <a:solidFill>
                  <a:srgbClr val="ECECEC"/>
                </a:solidFill>
                <a:effectLst/>
                <a:highlight>
                  <a:srgbClr val="212121"/>
                </a:highlight>
                <a:latin typeface="Söhne"/>
              </a:rPr>
              <a:t>Secuenciación de Actividades:</a:t>
            </a:r>
            <a:endParaRPr lang="es-MX" b="0" i="0" dirty="0">
              <a:solidFill>
                <a:srgbClr val="ECECEC"/>
              </a:solidFill>
              <a:effectLst/>
              <a:highlight>
                <a:srgbClr val="212121"/>
              </a:highlight>
              <a:latin typeface="Söhne"/>
            </a:endParaRPr>
          </a:p>
          <a:p>
            <a:pPr marL="742950" lvl="1" indent="-285750" algn="l">
              <a:buFont typeface="+mj-lt"/>
              <a:buAutoNum type="arabicPeriod"/>
            </a:pPr>
            <a:r>
              <a:rPr lang="es-MX" b="0" i="0" dirty="0">
                <a:solidFill>
                  <a:srgbClr val="ECECEC"/>
                </a:solidFill>
                <a:effectLst/>
                <a:highlight>
                  <a:srgbClr val="212121"/>
                </a:highlight>
                <a:latin typeface="Söhne"/>
              </a:rPr>
              <a:t>Determinación de la secuencia lógica en la que deben realizarse las actividades.</a:t>
            </a:r>
          </a:p>
          <a:p>
            <a:pPr marL="742950" lvl="1" indent="-285750" algn="l">
              <a:buFont typeface="+mj-lt"/>
              <a:buAutoNum type="arabicPeriod"/>
            </a:pPr>
            <a:r>
              <a:rPr lang="es-MX" b="0" i="0" dirty="0">
                <a:solidFill>
                  <a:srgbClr val="ECECEC"/>
                </a:solidFill>
                <a:effectLst/>
                <a:highlight>
                  <a:srgbClr val="212121"/>
                </a:highlight>
                <a:latin typeface="Söhne"/>
              </a:rPr>
              <a:t>Identificación de las dependencias entre las actividades.</a:t>
            </a:r>
          </a:p>
          <a:p>
            <a:pPr algn="l">
              <a:buFont typeface="+mj-lt"/>
              <a:buAutoNum type="arabicPeriod"/>
            </a:pPr>
            <a:r>
              <a:rPr lang="es-MX" b="1" i="0" dirty="0">
                <a:solidFill>
                  <a:srgbClr val="ECECEC"/>
                </a:solidFill>
                <a:effectLst/>
                <a:highlight>
                  <a:srgbClr val="212121"/>
                </a:highlight>
                <a:latin typeface="Söhne"/>
              </a:rPr>
              <a:t>Estimación de Recursos:</a:t>
            </a:r>
            <a:endParaRPr lang="es-MX" b="0" i="0" dirty="0">
              <a:solidFill>
                <a:srgbClr val="ECECEC"/>
              </a:solidFill>
              <a:effectLst/>
              <a:highlight>
                <a:srgbClr val="212121"/>
              </a:highlight>
              <a:latin typeface="Söhne"/>
            </a:endParaRPr>
          </a:p>
          <a:p>
            <a:pPr marL="742950" lvl="1" indent="-285750" algn="l">
              <a:buFont typeface="+mj-lt"/>
              <a:buAutoNum type="arabicPeriod"/>
            </a:pPr>
            <a:r>
              <a:rPr lang="es-MX" b="0" i="0" dirty="0">
                <a:solidFill>
                  <a:srgbClr val="ECECEC"/>
                </a:solidFill>
                <a:effectLst/>
                <a:highlight>
                  <a:srgbClr val="212121"/>
                </a:highlight>
                <a:latin typeface="Söhne"/>
              </a:rPr>
              <a:t>Asignación de recursos necesarios para completar las actividades del proyecto.</a:t>
            </a:r>
          </a:p>
          <a:p>
            <a:pPr marL="742950" lvl="1" indent="-285750" algn="l">
              <a:buFont typeface="+mj-lt"/>
              <a:buAutoNum type="arabicPeriod"/>
            </a:pPr>
            <a:r>
              <a:rPr lang="es-MX" b="0" i="0" dirty="0">
                <a:solidFill>
                  <a:srgbClr val="ECECEC"/>
                </a:solidFill>
                <a:effectLst/>
                <a:highlight>
                  <a:srgbClr val="212121"/>
                </a:highlight>
                <a:latin typeface="Söhne"/>
              </a:rPr>
              <a:t>Estimación de costos asociados con los recursos, incluyendo mano de obra, materiales y equipos.</a:t>
            </a:r>
          </a:p>
          <a:p>
            <a:pPr algn="l">
              <a:buFont typeface="+mj-lt"/>
              <a:buAutoNum type="arabicPeriod"/>
            </a:pPr>
            <a:r>
              <a:rPr lang="es-MX" b="1" i="0" dirty="0">
                <a:solidFill>
                  <a:srgbClr val="ECECEC"/>
                </a:solidFill>
                <a:effectLst/>
                <a:highlight>
                  <a:srgbClr val="212121"/>
                </a:highlight>
                <a:latin typeface="Söhne"/>
              </a:rPr>
              <a:t>Desarrollo del Cronograma del Proyecto:</a:t>
            </a:r>
            <a:endParaRPr lang="es-MX" b="0" i="0" dirty="0">
              <a:solidFill>
                <a:srgbClr val="ECECEC"/>
              </a:solidFill>
              <a:effectLst/>
              <a:highlight>
                <a:srgbClr val="212121"/>
              </a:highlight>
              <a:latin typeface="Söhne"/>
            </a:endParaRPr>
          </a:p>
          <a:p>
            <a:pPr marL="742950" lvl="1" indent="-285750" algn="l">
              <a:buFont typeface="+mj-lt"/>
              <a:buAutoNum type="arabicPeriod"/>
            </a:pPr>
            <a:r>
              <a:rPr lang="es-MX" b="0" i="0" dirty="0">
                <a:solidFill>
                  <a:srgbClr val="ECECEC"/>
                </a:solidFill>
                <a:effectLst/>
                <a:highlight>
                  <a:srgbClr val="212121"/>
                </a:highlight>
                <a:latin typeface="Söhne"/>
              </a:rPr>
              <a:t>Creación de un cronograma detallado que muestra la duración de cada actividad y la secuencia en la que se llevarán a cabo.</a:t>
            </a:r>
          </a:p>
          <a:p>
            <a:pPr marL="742950" lvl="1" indent="-285750" algn="l">
              <a:buFont typeface="+mj-lt"/>
              <a:buAutoNum type="arabicPeriod"/>
            </a:pPr>
            <a:r>
              <a:rPr lang="es-MX" b="0" i="0" dirty="0">
                <a:solidFill>
                  <a:srgbClr val="ECECEC"/>
                </a:solidFill>
                <a:effectLst/>
                <a:highlight>
                  <a:srgbClr val="212121"/>
                </a:highlight>
                <a:latin typeface="Söhne"/>
              </a:rPr>
              <a:t>Inclusión de hitos importantes y fechas límite.</a:t>
            </a:r>
          </a:p>
          <a:p>
            <a:pPr algn="l">
              <a:buFont typeface="+mj-lt"/>
              <a:buAutoNum type="arabicPeriod"/>
            </a:pPr>
            <a:r>
              <a:rPr lang="es-MX" b="1" i="0" dirty="0">
                <a:solidFill>
                  <a:srgbClr val="ECECEC"/>
                </a:solidFill>
                <a:effectLst/>
                <a:highlight>
                  <a:srgbClr val="212121"/>
                </a:highlight>
                <a:latin typeface="Söhne"/>
              </a:rPr>
              <a:t>Planificación de la Gestión de los Riesgos:</a:t>
            </a:r>
            <a:endParaRPr lang="es-MX" b="0" i="0" dirty="0">
              <a:solidFill>
                <a:srgbClr val="ECECEC"/>
              </a:solidFill>
              <a:effectLst/>
              <a:highlight>
                <a:srgbClr val="212121"/>
              </a:highlight>
              <a:latin typeface="Söhne"/>
            </a:endParaRPr>
          </a:p>
          <a:p>
            <a:pPr marL="742950" lvl="1" indent="-285750" algn="l">
              <a:buFont typeface="+mj-lt"/>
              <a:buAutoNum type="arabicPeriod"/>
            </a:pPr>
            <a:r>
              <a:rPr lang="es-MX" b="0" i="0" dirty="0">
                <a:solidFill>
                  <a:srgbClr val="ECECEC"/>
                </a:solidFill>
                <a:effectLst/>
                <a:highlight>
                  <a:srgbClr val="212121"/>
                </a:highlight>
                <a:latin typeface="Söhne"/>
              </a:rPr>
              <a:t>Identificación, análisis y evaluación de los riesgos potenciales del proyecto.</a:t>
            </a:r>
          </a:p>
          <a:p>
            <a:pPr marL="742950" lvl="1" indent="-285750" algn="l">
              <a:buFont typeface="+mj-lt"/>
              <a:buAutoNum type="arabicPeriod"/>
            </a:pPr>
            <a:r>
              <a:rPr lang="es-MX" b="0" i="0" dirty="0">
                <a:solidFill>
                  <a:srgbClr val="ECECEC"/>
                </a:solidFill>
                <a:effectLst/>
                <a:highlight>
                  <a:srgbClr val="212121"/>
                </a:highlight>
                <a:latin typeface="Söhne"/>
              </a:rPr>
              <a:t>Desarrollo de estrategias para mitigar o manejar los riesgos identificados.</a:t>
            </a:r>
          </a:p>
          <a:p>
            <a:pPr algn="l">
              <a:buFont typeface="+mj-lt"/>
              <a:buAutoNum type="arabicPeriod"/>
            </a:pPr>
            <a:r>
              <a:rPr lang="es-MX" b="1" i="0" dirty="0">
                <a:solidFill>
                  <a:srgbClr val="ECECEC"/>
                </a:solidFill>
                <a:effectLst/>
                <a:highlight>
                  <a:srgbClr val="212121"/>
                </a:highlight>
                <a:latin typeface="Söhne"/>
              </a:rPr>
              <a:t>Desarrollo del Plan de Gestión del Proyecto:</a:t>
            </a:r>
            <a:endParaRPr lang="es-MX" b="0" i="0" dirty="0">
              <a:solidFill>
                <a:srgbClr val="ECECEC"/>
              </a:solidFill>
              <a:effectLst/>
              <a:highlight>
                <a:srgbClr val="212121"/>
              </a:highlight>
              <a:latin typeface="Söhne"/>
            </a:endParaRPr>
          </a:p>
          <a:p>
            <a:pPr marL="742950" lvl="1" indent="-285750" algn="l">
              <a:buFont typeface="+mj-lt"/>
              <a:buAutoNum type="arabicPeriod"/>
            </a:pPr>
            <a:r>
              <a:rPr lang="es-MX" b="0" i="0" dirty="0">
                <a:solidFill>
                  <a:srgbClr val="ECECEC"/>
                </a:solidFill>
                <a:effectLst/>
                <a:highlight>
                  <a:srgbClr val="212121"/>
                </a:highlight>
                <a:latin typeface="Söhne"/>
              </a:rPr>
              <a:t>Documentación detallada que describe cómo se llevará a cabo y controlará el proyecto.</a:t>
            </a:r>
          </a:p>
          <a:p>
            <a:pPr marL="742950" lvl="1" indent="-285750" algn="l">
              <a:buFont typeface="+mj-lt"/>
              <a:buAutoNum type="arabicPeriod"/>
            </a:pPr>
            <a:r>
              <a:rPr lang="es-MX" b="0" i="0" dirty="0">
                <a:solidFill>
                  <a:srgbClr val="ECECEC"/>
                </a:solidFill>
                <a:effectLst/>
                <a:highlight>
                  <a:srgbClr val="212121"/>
                </a:highlight>
                <a:latin typeface="Söhne"/>
              </a:rPr>
              <a:t>Incluye planes específicos para la gestión del alcance, tiempo, costos, calidad, recursos humanos, comunicaciones, riesgos, adquisiciones y partes interesadas.</a:t>
            </a:r>
          </a:p>
          <a:p>
            <a:endParaRPr lang="es-MX" dirty="0"/>
          </a:p>
        </p:txBody>
      </p:sp>
      <p:sp>
        <p:nvSpPr>
          <p:cNvPr id="4" name="Marcador de número de diapositiva 3"/>
          <p:cNvSpPr>
            <a:spLocks noGrp="1"/>
          </p:cNvSpPr>
          <p:nvPr>
            <p:ph type="sldNum" sz="quarter" idx="5"/>
          </p:nvPr>
        </p:nvSpPr>
        <p:spPr/>
        <p:txBody>
          <a:bodyPr/>
          <a:lstStyle/>
          <a:p>
            <a:fld id="{CC35073C-CB64-4DCE-98C8-77422BB0EDB2}" type="slidenum">
              <a:rPr lang="es-MX" smtClean="0"/>
              <a:t>11</a:t>
            </a:fld>
            <a:endParaRPr lang="es-MX"/>
          </a:p>
        </p:txBody>
      </p:sp>
    </p:spTree>
    <p:extLst>
      <p:ext uri="{BB962C8B-B14F-4D97-AF65-F5344CB8AC3E}">
        <p14:creationId xmlns:p14="http://schemas.microsoft.com/office/powerpoint/2010/main" val="10805778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buFont typeface="+mj-lt"/>
              <a:buAutoNum type="arabicPeriod"/>
            </a:pPr>
            <a:r>
              <a:rPr lang="es-MX" b="1" i="0" dirty="0">
                <a:solidFill>
                  <a:srgbClr val="ECECEC"/>
                </a:solidFill>
                <a:effectLst/>
                <a:highlight>
                  <a:srgbClr val="212121"/>
                </a:highlight>
                <a:latin typeface="Söhne"/>
              </a:rPr>
              <a:t>Finalización de Entregables:</a:t>
            </a:r>
            <a:endParaRPr lang="es-MX" b="0" i="0" dirty="0">
              <a:solidFill>
                <a:srgbClr val="ECECEC"/>
              </a:solidFill>
              <a:effectLst/>
              <a:highlight>
                <a:srgbClr val="212121"/>
              </a:highlight>
              <a:latin typeface="Söhne"/>
            </a:endParaRPr>
          </a:p>
          <a:p>
            <a:pPr marL="742950" lvl="1" indent="-285750" algn="l">
              <a:buFont typeface="+mj-lt"/>
              <a:buAutoNum type="arabicPeriod"/>
            </a:pPr>
            <a:r>
              <a:rPr lang="es-MX" b="0" i="0" dirty="0">
                <a:solidFill>
                  <a:srgbClr val="ECECEC"/>
                </a:solidFill>
                <a:effectLst/>
                <a:highlight>
                  <a:srgbClr val="212121"/>
                </a:highlight>
                <a:latin typeface="Söhne"/>
              </a:rPr>
              <a:t>Verificación de que todos los entregables del proyecto hayan sido completados y aceptados de acuerdo con los criterios establecidos.</a:t>
            </a:r>
          </a:p>
          <a:p>
            <a:pPr algn="l">
              <a:buFont typeface="+mj-lt"/>
              <a:buAutoNum type="arabicPeriod"/>
            </a:pPr>
            <a:r>
              <a:rPr lang="es-MX" b="1" i="0" dirty="0">
                <a:solidFill>
                  <a:srgbClr val="ECECEC"/>
                </a:solidFill>
                <a:effectLst/>
                <a:highlight>
                  <a:srgbClr val="212121"/>
                </a:highlight>
                <a:latin typeface="Söhne"/>
              </a:rPr>
              <a:t>Formalización de la Aceptación del Cliente:</a:t>
            </a:r>
            <a:endParaRPr lang="es-MX" b="0" i="0" dirty="0">
              <a:solidFill>
                <a:srgbClr val="ECECEC"/>
              </a:solidFill>
              <a:effectLst/>
              <a:highlight>
                <a:srgbClr val="212121"/>
              </a:highlight>
              <a:latin typeface="Söhne"/>
            </a:endParaRPr>
          </a:p>
          <a:p>
            <a:pPr marL="742950" lvl="1" indent="-285750" algn="l">
              <a:buFont typeface="+mj-lt"/>
              <a:buAutoNum type="arabicPeriod"/>
            </a:pPr>
            <a:r>
              <a:rPr lang="es-MX" b="0" i="0" dirty="0">
                <a:solidFill>
                  <a:srgbClr val="ECECEC"/>
                </a:solidFill>
                <a:effectLst/>
                <a:highlight>
                  <a:srgbClr val="212121"/>
                </a:highlight>
                <a:latin typeface="Söhne"/>
              </a:rPr>
              <a:t>Obtención de la aceptación formal por parte del cliente o patrocinador del proyecto de que los entregables cumplen con los requisitos acordados.</a:t>
            </a:r>
          </a:p>
          <a:p>
            <a:pPr algn="l">
              <a:buFont typeface="+mj-lt"/>
              <a:buAutoNum type="arabicPeriod"/>
            </a:pPr>
            <a:r>
              <a:rPr lang="es-MX" b="1" i="0" dirty="0">
                <a:solidFill>
                  <a:srgbClr val="ECECEC"/>
                </a:solidFill>
                <a:effectLst/>
                <a:highlight>
                  <a:srgbClr val="212121"/>
                </a:highlight>
                <a:latin typeface="Söhne"/>
              </a:rPr>
              <a:t>Cierre Administrativo:</a:t>
            </a:r>
            <a:endParaRPr lang="es-MX" b="0" i="0" dirty="0">
              <a:solidFill>
                <a:srgbClr val="ECECEC"/>
              </a:solidFill>
              <a:effectLst/>
              <a:highlight>
                <a:srgbClr val="212121"/>
              </a:highlight>
              <a:latin typeface="Söhne"/>
            </a:endParaRPr>
          </a:p>
          <a:p>
            <a:pPr marL="742950" lvl="1" indent="-285750" algn="l">
              <a:buFont typeface="+mj-lt"/>
              <a:buAutoNum type="arabicPeriod"/>
            </a:pPr>
            <a:r>
              <a:rPr lang="es-MX" b="0" i="0" dirty="0">
                <a:solidFill>
                  <a:srgbClr val="ECECEC"/>
                </a:solidFill>
                <a:effectLst/>
                <a:highlight>
                  <a:srgbClr val="212121"/>
                </a:highlight>
                <a:latin typeface="Söhne"/>
              </a:rPr>
              <a:t>Finalización de todas las actividades administrativas del proyecto, como la liberación de recursos, cierre de contratos y archivado de documentos.</a:t>
            </a:r>
          </a:p>
          <a:p>
            <a:pPr algn="l">
              <a:buFont typeface="+mj-lt"/>
              <a:buAutoNum type="arabicPeriod"/>
            </a:pPr>
            <a:r>
              <a:rPr lang="es-MX" b="1" i="0" dirty="0">
                <a:solidFill>
                  <a:srgbClr val="ECECEC"/>
                </a:solidFill>
                <a:effectLst/>
                <a:highlight>
                  <a:srgbClr val="212121"/>
                </a:highlight>
                <a:latin typeface="Söhne"/>
              </a:rPr>
              <a:t>Transferencia de Conocimiento:</a:t>
            </a:r>
            <a:endParaRPr lang="es-MX" b="0" i="0" dirty="0">
              <a:solidFill>
                <a:srgbClr val="ECECEC"/>
              </a:solidFill>
              <a:effectLst/>
              <a:highlight>
                <a:srgbClr val="212121"/>
              </a:highlight>
              <a:latin typeface="Söhne"/>
            </a:endParaRPr>
          </a:p>
          <a:p>
            <a:pPr marL="742950" lvl="1" indent="-285750" algn="l">
              <a:buFont typeface="+mj-lt"/>
              <a:buAutoNum type="arabicPeriod"/>
            </a:pPr>
            <a:r>
              <a:rPr lang="es-MX" b="0" i="0" dirty="0">
                <a:solidFill>
                  <a:srgbClr val="ECECEC"/>
                </a:solidFill>
                <a:effectLst/>
                <a:highlight>
                  <a:srgbClr val="212121"/>
                </a:highlight>
                <a:latin typeface="Söhne"/>
              </a:rPr>
              <a:t>Documentación y transferencia del conocimiento adquirido durante el proyecto a las partes interesadas relevantes, como el equipo operativo o de mantenimiento.</a:t>
            </a:r>
          </a:p>
          <a:p>
            <a:pPr algn="l">
              <a:buFont typeface="+mj-lt"/>
              <a:buAutoNum type="arabicPeriod"/>
            </a:pPr>
            <a:r>
              <a:rPr lang="es-MX" b="1" i="0" dirty="0">
                <a:solidFill>
                  <a:srgbClr val="ECECEC"/>
                </a:solidFill>
                <a:effectLst/>
                <a:highlight>
                  <a:srgbClr val="212121"/>
                </a:highlight>
                <a:latin typeface="Söhne"/>
              </a:rPr>
              <a:t>Evaluación del Proyecto:</a:t>
            </a:r>
            <a:endParaRPr lang="es-MX" b="0" i="0" dirty="0">
              <a:solidFill>
                <a:srgbClr val="ECECEC"/>
              </a:solidFill>
              <a:effectLst/>
              <a:highlight>
                <a:srgbClr val="212121"/>
              </a:highlight>
              <a:latin typeface="Söhne"/>
            </a:endParaRPr>
          </a:p>
          <a:p>
            <a:pPr marL="742950" lvl="1" indent="-285750" algn="l">
              <a:buFont typeface="+mj-lt"/>
              <a:buAutoNum type="arabicPeriod"/>
            </a:pPr>
            <a:r>
              <a:rPr lang="es-MX" b="0" i="0" dirty="0">
                <a:solidFill>
                  <a:srgbClr val="ECECEC"/>
                </a:solidFill>
                <a:effectLst/>
                <a:highlight>
                  <a:srgbClr val="212121"/>
                </a:highlight>
                <a:latin typeface="Söhne"/>
              </a:rPr>
              <a:t>Realización de una revisión final del proyecto para evaluar su desempeño, identificar lecciones aprendidas y áreas de mejora para proyectos futuros.</a:t>
            </a:r>
          </a:p>
          <a:p>
            <a:pPr algn="l">
              <a:buFont typeface="+mj-lt"/>
              <a:buAutoNum type="arabicPeriod"/>
            </a:pPr>
            <a:r>
              <a:rPr lang="es-MX" b="1" i="0" dirty="0">
                <a:solidFill>
                  <a:srgbClr val="ECECEC"/>
                </a:solidFill>
                <a:effectLst/>
                <a:highlight>
                  <a:srgbClr val="212121"/>
                </a:highlight>
                <a:latin typeface="Söhne"/>
              </a:rPr>
              <a:t>Celebración y Reconocimiento:</a:t>
            </a:r>
            <a:endParaRPr lang="es-MX" b="0" i="0" dirty="0">
              <a:solidFill>
                <a:srgbClr val="ECECEC"/>
              </a:solidFill>
              <a:effectLst/>
              <a:highlight>
                <a:srgbClr val="212121"/>
              </a:highlight>
              <a:latin typeface="Söhne"/>
            </a:endParaRPr>
          </a:p>
          <a:p>
            <a:pPr marL="742950" lvl="1" indent="-285750" algn="l">
              <a:buFont typeface="+mj-lt"/>
              <a:buAutoNum type="arabicPeriod"/>
            </a:pPr>
            <a:r>
              <a:rPr lang="es-MX" b="0" i="0" dirty="0">
                <a:solidFill>
                  <a:srgbClr val="ECECEC"/>
                </a:solidFill>
                <a:effectLst/>
                <a:highlight>
                  <a:srgbClr val="212121"/>
                </a:highlight>
                <a:latin typeface="Söhne"/>
              </a:rPr>
              <a:t>Reconocimiento y celebración del éxito del proyecto, incluyendo el reconocimiento del equipo y agradecimiento a las partes interesadas clave.</a:t>
            </a:r>
          </a:p>
          <a:p>
            <a:pPr algn="l">
              <a:buFont typeface="+mj-lt"/>
              <a:buAutoNum type="arabicPeriod"/>
            </a:pPr>
            <a:r>
              <a:rPr lang="es-MX" b="1" i="0" dirty="0">
                <a:solidFill>
                  <a:srgbClr val="ECECEC"/>
                </a:solidFill>
                <a:effectLst/>
                <a:highlight>
                  <a:srgbClr val="212121"/>
                </a:highlight>
                <a:latin typeface="Söhne"/>
              </a:rPr>
              <a:t>Cierre del Contrato:</a:t>
            </a:r>
            <a:endParaRPr lang="es-MX" b="0" i="0" dirty="0">
              <a:solidFill>
                <a:srgbClr val="ECECEC"/>
              </a:solidFill>
              <a:effectLst/>
              <a:highlight>
                <a:srgbClr val="212121"/>
              </a:highlight>
              <a:latin typeface="Söhne"/>
            </a:endParaRPr>
          </a:p>
          <a:p>
            <a:pPr marL="742950" lvl="1" indent="-285750" algn="l">
              <a:buFont typeface="+mj-lt"/>
              <a:buAutoNum type="arabicPeriod"/>
            </a:pPr>
            <a:r>
              <a:rPr lang="es-MX" b="0" i="0" dirty="0">
                <a:solidFill>
                  <a:srgbClr val="ECECEC"/>
                </a:solidFill>
                <a:effectLst/>
                <a:highlight>
                  <a:srgbClr val="212121"/>
                </a:highlight>
                <a:latin typeface="Söhne"/>
              </a:rPr>
              <a:t>Finalización formal de cualquier contrato asociado con el proyecto, incluyendo la liquidación de pagos pendientes y la resolución de cualquier reclamación.</a:t>
            </a:r>
          </a:p>
          <a:p>
            <a:pPr algn="l"/>
            <a:r>
              <a:rPr lang="es-MX" b="1" i="0" dirty="0">
                <a:solidFill>
                  <a:srgbClr val="ECECEC"/>
                </a:solidFill>
                <a:effectLst/>
                <a:highlight>
                  <a:srgbClr val="212121"/>
                </a:highlight>
                <a:latin typeface="Söhne"/>
              </a:rPr>
              <a:t>Documentos resultantes para el </a:t>
            </a:r>
            <a:r>
              <a:rPr lang="es-MX" b="1" i="0" dirty="0" err="1">
                <a:solidFill>
                  <a:srgbClr val="ECECEC"/>
                </a:solidFill>
                <a:effectLst/>
                <a:highlight>
                  <a:srgbClr val="212121"/>
                </a:highlight>
                <a:latin typeface="Söhne"/>
              </a:rPr>
              <a:t>proy</a:t>
            </a:r>
            <a:endParaRPr lang="es-MX" b="0" i="0" dirty="0">
              <a:solidFill>
                <a:srgbClr val="ECECEC"/>
              </a:solidFill>
              <a:effectLst/>
              <a:highlight>
                <a:srgbClr val="212121"/>
              </a:highlight>
              <a:latin typeface="Söhne"/>
            </a:endParaRPr>
          </a:p>
          <a:p>
            <a:endParaRPr lang="es-MX" dirty="0"/>
          </a:p>
        </p:txBody>
      </p:sp>
      <p:sp>
        <p:nvSpPr>
          <p:cNvPr id="4" name="Marcador de número de diapositiva 3"/>
          <p:cNvSpPr>
            <a:spLocks noGrp="1"/>
          </p:cNvSpPr>
          <p:nvPr>
            <p:ph type="sldNum" sz="quarter" idx="5"/>
          </p:nvPr>
        </p:nvSpPr>
        <p:spPr/>
        <p:txBody>
          <a:bodyPr/>
          <a:lstStyle/>
          <a:p>
            <a:fld id="{CC35073C-CB64-4DCE-98C8-77422BB0EDB2}" type="slidenum">
              <a:rPr lang="es-MX" smtClean="0"/>
              <a:t>13</a:t>
            </a:fld>
            <a:endParaRPr lang="es-MX"/>
          </a:p>
        </p:txBody>
      </p:sp>
    </p:spTree>
    <p:extLst>
      <p:ext uri="{BB962C8B-B14F-4D97-AF65-F5344CB8AC3E}">
        <p14:creationId xmlns:p14="http://schemas.microsoft.com/office/powerpoint/2010/main" val="3446153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Imagen 6">
            <a:extLst>
              <a:ext uri="{FF2B5EF4-FFF2-40B4-BE49-F238E27FC236}">
                <a16:creationId xmlns:a16="http://schemas.microsoft.com/office/drawing/2014/main" id="{63A4CD84-47A2-6C41-ECE3-6532939E918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55277" y="3917646"/>
            <a:ext cx="5460520" cy="1380228"/>
          </a:xfrm>
        </p:spPr>
        <p:txBody>
          <a:bodyPr anchor="b">
            <a:noAutofit/>
          </a:bodyPr>
          <a:lstStyle>
            <a:lvl1pPr algn="l">
              <a:defRPr sz="4400">
                <a:solidFill>
                  <a:schemeClr val="bg1"/>
                </a:solidFill>
                <a:latin typeface="Helvetica" pitchFamily="2" charset="0"/>
              </a:defRPr>
            </a:lvl1pPr>
          </a:lstStyle>
          <a:p>
            <a:r>
              <a:rPr lang="es-ES"/>
              <a:t>Clic para editar título</a:t>
            </a:r>
            <a:endParaRPr lang="en-US" dirty="0"/>
          </a:p>
        </p:txBody>
      </p:sp>
      <p:sp>
        <p:nvSpPr>
          <p:cNvPr id="3" name="Subtitle 2"/>
          <p:cNvSpPr>
            <a:spLocks noGrp="1"/>
          </p:cNvSpPr>
          <p:nvPr>
            <p:ph type="subTitle" idx="1"/>
          </p:nvPr>
        </p:nvSpPr>
        <p:spPr>
          <a:xfrm>
            <a:off x="155277" y="5549293"/>
            <a:ext cx="5460520" cy="704857"/>
          </a:xfrm>
        </p:spPr>
        <p:txBody>
          <a:bodyPr/>
          <a:lstStyle>
            <a:lvl1pPr marL="0" indent="0" algn="l">
              <a:buNone/>
              <a:defRPr sz="2400">
                <a:solidFill>
                  <a:schemeClr val="bg2"/>
                </a:solidFill>
                <a:latin typeface="Helvetica"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Tree>
    <p:extLst>
      <p:ext uri="{BB962C8B-B14F-4D97-AF65-F5344CB8AC3E}">
        <p14:creationId xmlns:p14="http://schemas.microsoft.com/office/powerpoint/2010/main" val="1888535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Imagen 6">
            <a:extLst>
              <a:ext uri="{FF2B5EF4-FFF2-40B4-BE49-F238E27FC236}">
                <a16:creationId xmlns:a16="http://schemas.microsoft.com/office/drawing/2014/main" id="{77D479D5-BFBD-EB9C-07B2-39E3D437636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2432648" y="793630"/>
            <a:ext cx="6082701" cy="897059"/>
          </a:xfrm>
        </p:spPr>
        <p:txBody>
          <a:bodyPr/>
          <a:lstStyle/>
          <a:p>
            <a:r>
              <a:rPr lang="en-US" dirty="0"/>
              <a:t>Click to edit Master title style</a:t>
            </a:r>
          </a:p>
        </p:txBody>
      </p:sp>
      <p:sp>
        <p:nvSpPr>
          <p:cNvPr id="3" name="Content Placeholder 2"/>
          <p:cNvSpPr>
            <a:spLocks noGrp="1"/>
          </p:cNvSpPr>
          <p:nvPr>
            <p:ph idx="1"/>
          </p:nvPr>
        </p:nvSpPr>
        <p:spPr>
          <a:xfrm>
            <a:off x="628650" y="2173857"/>
            <a:ext cx="7886700" cy="400310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265369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B129ACF6-E9FD-869D-F1C5-11AC33C54AAA}"/>
              </a:ext>
            </a:extLst>
          </p:cNvPr>
          <p:cNvSpPr/>
          <p:nvPr userDrawn="1"/>
        </p:nvSpPr>
        <p:spPr>
          <a:xfrm>
            <a:off x="0" y="0"/>
            <a:ext cx="9144000" cy="6858000"/>
          </a:xfrm>
          <a:prstGeom prst="rect">
            <a:avLst/>
          </a:prstGeom>
          <a:solidFill>
            <a:srgbClr val="F9481C"/>
          </a:solidFill>
        </p:spPr>
        <p:style>
          <a:lnRef idx="1">
            <a:schemeClr val="accent2"/>
          </a:lnRef>
          <a:fillRef idx="3">
            <a:schemeClr val="accent2"/>
          </a:fillRef>
          <a:effectRef idx="2">
            <a:schemeClr val="accent2"/>
          </a:effectRef>
          <a:fontRef idx="minor">
            <a:schemeClr val="lt1"/>
          </a:fontRef>
        </p:style>
        <p:txBody>
          <a:bodyPr anchor="ctr"/>
          <a:lstStyle/>
          <a:p>
            <a:pPr algn="ctr" eaLnBrk="1" fontAlgn="auto" hangingPunct="1">
              <a:spcBef>
                <a:spcPts val="0"/>
              </a:spcBef>
              <a:spcAft>
                <a:spcPts val="0"/>
              </a:spcAft>
              <a:defRPr/>
            </a:pPr>
            <a:r>
              <a:rPr lang="es-MX" dirty="0"/>
              <a:t>CONTRAPORTADA</a:t>
            </a:r>
          </a:p>
        </p:txBody>
      </p:sp>
    </p:spTree>
    <p:extLst>
      <p:ext uri="{BB962C8B-B14F-4D97-AF65-F5344CB8AC3E}">
        <p14:creationId xmlns:p14="http://schemas.microsoft.com/office/powerpoint/2010/main" val="3520442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Vertical Title and Text">
    <p:bg>
      <p:bgPr>
        <a:solidFill>
          <a:srgbClr val="181717"/>
        </a:solidFill>
        <a:effectLst/>
      </p:bgPr>
    </p:bg>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0CDE0D4B-7029-7149-9CF2-A1E77BBEACA5}"/>
              </a:ext>
            </a:extLst>
          </p:cNvPr>
          <p:cNvSpPr/>
          <p:nvPr userDrawn="1"/>
        </p:nvSpPr>
        <p:spPr>
          <a:xfrm>
            <a:off x="349250" y="1544638"/>
            <a:ext cx="2989263" cy="2459037"/>
          </a:xfrm>
          <a:prstGeom prst="rect">
            <a:avLst/>
          </a:prstGeom>
          <a:noFill/>
          <a:ln w="3175">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s-MX">
              <a:solidFill>
                <a:srgbClr val="000000"/>
              </a:solidFill>
            </a:endParaRPr>
          </a:p>
        </p:txBody>
      </p:sp>
      <p:sp>
        <p:nvSpPr>
          <p:cNvPr id="3" name="Rectangle 7">
            <a:extLst>
              <a:ext uri="{FF2B5EF4-FFF2-40B4-BE49-F238E27FC236}">
                <a16:creationId xmlns:a16="http://schemas.microsoft.com/office/drawing/2014/main" id="{8A5AF821-7C51-5B72-A95B-FE02F9648E9A}"/>
              </a:ext>
            </a:extLst>
          </p:cNvPr>
          <p:cNvSpPr/>
          <p:nvPr userDrawn="1"/>
        </p:nvSpPr>
        <p:spPr>
          <a:xfrm>
            <a:off x="349250" y="4205288"/>
            <a:ext cx="2989263" cy="2335212"/>
          </a:xfrm>
          <a:prstGeom prst="rect">
            <a:avLst/>
          </a:prstGeom>
          <a:noFill/>
          <a:ln w="3175">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s-MX">
              <a:solidFill>
                <a:srgbClr val="000000"/>
              </a:solidFill>
            </a:endParaRPr>
          </a:p>
        </p:txBody>
      </p:sp>
      <p:sp>
        <p:nvSpPr>
          <p:cNvPr id="4" name="TextBox 8">
            <a:extLst>
              <a:ext uri="{FF2B5EF4-FFF2-40B4-BE49-F238E27FC236}">
                <a16:creationId xmlns:a16="http://schemas.microsoft.com/office/drawing/2014/main" id="{0D1CB268-E50B-9E15-6828-41305903BAA6}"/>
              </a:ext>
            </a:extLst>
          </p:cNvPr>
          <p:cNvSpPr txBox="1">
            <a:spLocks noChangeArrowheads="1"/>
          </p:cNvSpPr>
          <p:nvPr userDrawn="1"/>
        </p:nvSpPr>
        <p:spPr bwMode="auto">
          <a:xfrm>
            <a:off x="1320800" y="307975"/>
            <a:ext cx="7092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fontAlgn="base">
              <a:spcBef>
                <a:spcPct val="0"/>
              </a:spcBef>
              <a:spcAft>
                <a:spcPct val="0"/>
              </a:spcAft>
              <a:defRPr>
                <a:solidFill>
                  <a:schemeClr val="tx1"/>
                </a:solidFill>
                <a:latin typeface="Calibri" pitchFamily="34" charset="0"/>
              </a:defRPr>
            </a:lvl6pPr>
            <a:lvl7pPr marL="2971800" indent="-228600" defTabSz="457200" fontAlgn="base">
              <a:spcBef>
                <a:spcPct val="0"/>
              </a:spcBef>
              <a:spcAft>
                <a:spcPct val="0"/>
              </a:spcAft>
              <a:defRPr>
                <a:solidFill>
                  <a:schemeClr val="tx1"/>
                </a:solidFill>
                <a:latin typeface="Calibri" pitchFamily="34" charset="0"/>
              </a:defRPr>
            </a:lvl7pPr>
            <a:lvl8pPr marL="3429000" indent="-228600" defTabSz="457200" fontAlgn="base">
              <a:spcBef>
                <a:spcPct val="0"/>
              </a:spcBef>
              <a:spcAft>
                <a:spcPct val="0"/>
              </a:spcAft>
              <a:defRPr>
                <a:solidFill>
                  <a:schemeClr val="tx1"/>
                </a:solidFill>
                <a:latin typeface="Calibri" pitchFamily="34" charset="0"/>
              </a:defRPr>
            </a:lvl8pPr>
            <a:lvl9pPr marL="3886200" indent="-228600" defTabSz="457200" fontAlgn="base">
              <a:spcBef>
                <a:spcPct val="0"/>
              </a:spcBef>
              <a:spcAft>
                <a:spcPct val="0"/>
              </a:spcAft>
              <a:defRPr>
                <a:solidFill>
                  <a:schemeClr val="tx1"/>
                </a:solidFill>
                <a:latin typeface="Calibri" pitchFamily="34" charset="0"/>
              </a:defRPr>
            </a:lvl9pPr>
          </a:lstStyle>
          <a:p>
            <a:pPr algn="ctr" eaLnBrk="1" hangingPunct="1">
              <a:defRPr/>
            </a:pPr>
            <a:r>
              <a:rPr lang="en-US">
                <a:solidFill>
                  <a:schemeClr val="bg1"/>
                </a:solidFill>
                <a:latin typeface="Helvetica" pitchFamily="34" charset="0"/>
              </a:rPr>
              <a:t>RECURSOS GRÁFICOS</a:t>
            </a:r>
          </a:p>
        </p:txBody>
      </p:sp>
      <p:sp>
        <p:nvSpPr>
          <p:cNvPr id="5" name="TextBox 9">
            <a:extLst>
              <a:ext uri="{FF2B5EF4-FFF2-40B4-BE49-F238E27FC236}">
                <a16:creationId xmlns:a16="http://schemas.microsoft.com/office/drawing/2014/main" id="{242090A0-21C7-417A-2D91-384DE5756992}"/>
              </a:ext>
            </a:extLst>
          </p:cNvPr>
          <p:cNvSpPr txBox="1">
            <a:spLocks noChangeArrowheads="1"/>
          </p:cNvSpPr>
          <p:nvPr userDrawn="1"/>
        </p:nvSpPr>
        <p:spPr bwMode="auto">
          <a:xfrm>
            <a:off x="349250" y="1624013"/>
            <a:ext cx="13430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fontAlgn="base">
              <a:spcBef>
                <a:spcPct val="0"/>
              </a:spcBef>
              <a:spcAft>
                <a:spcPct val="0"/>
              </a:spcAft>
              <a:defRPr>
                <a:solidFill>
                  <a:schemeClr val="tx1"/>
                </a:solidFill>
                <a:latin typeface="Calibri" pitchFamily="34" charset="0"/>
              </a:defRPr>
            </a:lvl6pPr>
            <a:lvl7pPr marL="2971800" indent="-228600" defTabSz="457200" fontAlgn="base">
              <a:spcBef>
                <a:spcPct val="0"/>
              </a:spcBef>
              <a:spcAft>
                <a:spcPct val="0"/>
              </a:spcAft>
              <a:defRPr>
                <a:solidFill>
                  <a:schemeClr val="tx1"/>
                </a:solidFill>
                <a:latin typeface="Calibri" pitchFamily="34" charset="0"/>
              </a:defRPr>
            </a:lvl7pPr>
            <a:lvl8pPr marL="3429000" indent="-228600" defTabSz="457200" fontAlgn="base">
              <a:spcBef>
                <a:spcPct val="0"/>
              </a:spcBef>
              <a:spcAft>
                <a:spcPct val="0"/>
              </a:spcAft>
              <a:defRPr>
                <a:solidFill>
                  <a:schemeClr val="tx1"/>
                </a:solidFill>
                <a:latin typeface="Calibri" pitchFamily="34" charset="0"/>
              </a:defRPr>
            </a:lvl8pPr>
            <a:lvl9pPr marL="3886200" indent="-228600" defTabSz="457200" fontAlgn="base">
              <a:spcBef>
                <a:spcPct val="0"/>
              </a:spcBef>
              <a:spcAft>
                <a:spcPct val="0"/>
              </a:spcAft>
              <a:defRPr>
                <a:solidFill>
                  <a:schemeClr val="tx1"/>
                </a:solidFill>
                <a:latin typeface="Calibri" pitchFamily="34" charset="0"/>
              </a:defRPr>
            </a:lvl9pPr>
          </a:lstStyle>
          <a:p>
            <a:pPr eaLnBrk="1" hangingPunct="1">
              <a:defRPr/>
            </a:pPr>
            <a:r>
              <a:rPr lang="en-US" sz="1200">
                <a:solidFill>
                  <a:schemeClr val="bg1"/>
                </a:solidFill>
                <a:latin typeface="Helvetica" pitchFamily="34" charset="0"/>
              </a:rPr>
              <a:t>CONTACTO</a:t>
            </a:r>
          </a:p>
        </p:txBody>
      </p:sp>
      <p:sp>
        <p:nvSpPr>
          <p:cNvPr id="6" name="TextBox 10">
            <a:extLst>
              <a:ext uri="{FF2B5EF4-FFF2-40B4-BE49-F238E27FC236}">
                <a16:creationId xmlns:a16="http://schemas.microsoft.com/office/drawing/2014/main" id="{A7CF85AA-66A1-1DED-8BC6-F4F64A6A973B}"/>
              </a:ext>
            </a:extLst>
          </p:cNvPr>
          <p:cNvSpPr txBox="1">
            <a:spLocks noChangeArrowheads="1"/>
          </p:cNvSpPr>
          <p:nvPr userDrawn="1"/>
        </p:nvSpPr>
        <p:spPr bwMode="auto">
          <a:xfrm>
            <a:off x="387350" y="4294188"/>
            <a:ext cx="15684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fontAlgn="base">
              <a:spcBef>
                <a:spcPct val="0"/>
              </a:spcBef>
              <a:spcAft>
                <a:spcPct val="0"/>
              </a:spcAft>
              <a:defRPr>
                <a:solidFill>
                  <a:schemeClr val="tx1"/>
                </a:solidFill>
                <a:latin typeface="Calibri" pitchFamily="34" charset="0"/>
              </a:defRPr>
            </a:lvl6pPr>
            <a:lvl7pPr marL="2971800" indent="-228600" defTabSz="457200" fontAlgn="base">
              <a:spcBef>
                <a:spcPct val="0"/>
              </a:spcBef>
              <a:spcAft>
                <a:spcPct val="0"/>
              </a:spcAft>
              <a:defRPr>
                <a:solidFill>
                  <a:schemeClr val="tx1"/>
                </a:solidFill>
                <a:latin typeface="Calibri" pitchFamily="34" charset="0"/>
              </a:defRPr>
            </a:lvl7pPr>
            <a:lvl8pPr marL="3429000" indent="-228600" defTabSz="457200" fontAlgn="base">
              <a:spcBef>
                <a:spcPct val="0"/>
              </a:spcBef>
              <a:spcAft>
                <a:spcPct val="0"/>
              </a:spcAft>
              <a:defRPr>
                <a:solidFill>
                  <a:schemeClr val="tx1"/>
                </a:solidFill>
                <a:latin typeface="Calibri" pitchFamily="34" charset="0"/>
              </a:defRPr>
            </a:lvl8pPr>
            <a:lvl9pPr marL="3886200" indent="-228600" defTabSz="457200" fontAlgn="base">
              <a:spcBef>
                <a:spcPct val="0"/>
              </a:spcBef>
              <a:spcAft>
                <a:spcPct val="0"/>
              </a:spcAft>
              <a:defRPr>
                <a:solidFill>
                  <a:schemeClr val="tx1"/>
                </a:solidFill>
                <a:latin typeface="Calibri" pitchFamily="34" charset="0"/>
              </a:defRPr>
            </a:lvl9pPr>
          </a:lstStyle>
          <a:p>
            <a:pPr eaLnBrk="1" hangingPunct="1">
              <a:defRPr/>
            </a:pPr>
            <a:r>
              <a:rPr lang="en-US" sz="1200">
                <a:solidFill>
                  <a:schemeClr val="bg1"/>
                </a:solidFill>
                <a:latin typeface="Helvetica" pitchFamily="34" charset="0"/>
              </a:rPr>
              <a:t>REDES SOCIALES</a:t>
            </a:r>
          </a:p>
        </p:txBody>
      </p:sp>
      <p:sp>
        <p:nvSpPr>
          <p:cNvPr id="7" name="Rectangle 11">
            <a:extLst>
              <a:ext uri="{FF2B5EF4-FFF2-40B4-BE49-F238E27FC236}">
                <a16:creationId xmlns:a16="http://schemas.microsoft.com/office/drawing/2014/main" id="{8BFCBBB7-2566-4DA4-B6CB-7546E6C232AB}"/>
              </a:ext>
            </a:extLst>
          </p:cNvPr>
          <p:cNvSpPr/>
          <p:nvPr userDrawn="1"/>
        </p:nvSpPr>
        <p:spPr>
          <a:xfrm>
            <a:off x="3527425" y="1554163"/>
            <a:ext cx="2989263" cy="4995862"/>
          </a:xfrm>
          <a:prstGeom prst="rect">
            <a:avLst/>
          </a:prstGeom>
          <a:noFill/>
          <a:ln w="3175">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s-MX">
              <a:solidFill>
                <a:srgbClr val="000000"/>
              </a:solidFill>
            </a:endParaRPr>
          </a:p>
        </p:txBody>
      </p:sp>
      <p:sp>
        <p:nvSpPr>
          <p:cNvPr id="8" name="Rectangle 12">
            <a:extLst>
              <a:ext uri="{FF2B5EF4-FFF2-40B4-BE49-F238E27FC236}">
                <a16:creationId xmlns:a16="http://schemas.microsoft.com/office/drawing/2014/main" id="{81FDB86B-3BEE-04DB-2BBB-366291460F0D}"/>
              </a:ext>
            </a:extLst>
          </p:cNvPr>
          <p:cNvSpPr/>
          <p:nvPr userDrawn="1"/>
        </p:nvSpPr>
        <p:spPr>
          <a:xfrm>
            <a:off x="6707188" y="1544638"/>
            <a:ext cx="2144712" cy="4995862"/>
          </a:xfrm>
          <a:prstGeom prst="rect">
            <a:avLst/>
          </a:prstGeom>
          <a:noFill/>
          <a:ln w="3175">
            <a:solidFill>
              <a:srgbClr val="FF0000"/>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s-MX">
              <a:solidFill>
                <a:srgbClr val="000000"/>
              </a:solidFill>
            </a:endParaRPr>
          </a:p>
        </p:txBody>
      </p:sp>
      <p:sp>
        <p:nvSpPr>
          <p:cNvPr id="9" name="TextBox 13">
            <a:extLst>
              <a:ext uri="{FF2B5EF4-FFF2-40B4-BE49-F238E27FC236}">
                <a16:creationId xmlns:a16="http://schemas.microsoft.com/office/drawing/2014/main" id="{CC180CDD-B096-ADED-4FA3-97C6A28FC124}"/>
              </a:ext>
            </a:extLst>
          </p:cNvPr>
          <p:cNvSpPr txBox="1">
            <a:spLocks noChangeArrowheads="1"/>
          </p:cNvSpPr>
          <p:nvPr userDrawn="1"/>
        </p:nvSpPr>
        <p:spPr bwMode="auto">
          <a:xfrm>
            <a:off x="3527425" y="1633538"/>
            <a:ext cx="10112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fontAlgn="base">
              <a:spcBef>
                <a:spcPct val="0"/>
              </a:spcBef>
              <a:spcAft>
                <a:spcPct val="0"/>
              </a:spcAft>
              <a:defRPr>
                <a:solidFill>
                  <a:schemeClr val="tx1"/>
                </a:solidFill>
                <a:latin typeface="Calibri" pitchFamily="34" charset="0"/>
              </a:defRPr>
            </a:lvl6pPr>
            <a:lvl7pPr marL="2971800" indent="-228600" defTabSz="457200" fontAlgn="base">
              <a:spcBef>
                <a:spcPct val="0"/>
              </a:spcBef>
              <a:spcAft>
                <a:spcPct val="0"/>
              </a:spcAft>
              <a:defRPr>
                <a:solidFill>
                  <a:schemeClr val="tx1"/>
                </a:solidFill>
                <a:latin typeface="Calibri" pitchFamily="34" charset="0"/>
              </a:defRPr>
            </a:lvl7pPr>
            <a:lvl8pPr marL="3429000" indent="-228600" defTabSz="457200" fontAlgn="base">
              <a:spcBef>
                <a:spcPct val="0"/>
              </a:spcBef>
              <a:spcAft>
                <a:spcPct val="0"/>
              </a:spcAft>
              <a:defRPr>
                <a:solidFill>
                  <a:schemeClr val="tx1"/>
                </a:solidFill>
                <a:latin typeface="Calibri" pitchFamily="34" charset="0"/>
              </a:defRPr>
            </a:lvl8pPr>
            <a:lvl9pPr marL="3886200" indent="-228600" defTabSz="457200" fontAlgn="base">
              <a:spcBef>
                <a:spcPct val="0"/>
              </a:spcBef>
              <a:spcAft>
                <a:spcPct val="0"/>
              </a:spcAft>
              <a:defRPr>
                <a:solidFill>
                  <a:schemeClr val="tx1"/>
                </a:solidFill>
                <a:latin typeface="Calibri" pitchFamily="34" charset="0"/>
              </a:defRPr>
            </a:lvl9pPr>
          </a:lstStyle>
          <a:p>
            <a:pPr eaLnBrk="1" hangingPunct="1">
              <a:defRPr/>
            </a:pPr>
            <a:r>
              <a:rPr lang="en-US" sz="1200">
                <a:solidFill>
                  <a:schemeClr val="bg1"/>
                </a:solidFill>
                <a:latin typeface="Helvetica" pitchFamily="34" charset="0"/>
              </a:rPr>
              <a:t>GRÁFICAS</a:t>
            </a:r>
          </a:p>
        </p:txBody>
      </p:sp>
      <p:sp>
        <p:nvSpPr>
          <p:cNvPr id="10" name="TextBox 14">
            <a:extLst>
              <a:ext uri="{FF2B5EF4-FFF2-40B4-BE49-F238E27FC236}">
                <a16:creationId xmlns:a16="http://schemas.microsoft.com/office/drawing/2014/main" id="{4F14426D-2A1F-6FD9-C580-358B7C1AF008}"/>
              </a:ext>
            </a:extLst>
          </p:cNvPr>
          <p:cNvSpPr txBox="1">
            <a:spLocks noChangeArrowheads="1"/>
          </p:cNvSpPr>
          <p:nvPr userDrawn="1"/>
        </p:nvSpPr>
        <p:spPr bwMode="auto">
          <a:xfrm>
            <a:off x="6729413" y="1608138"/>
            <a:ext cx="20653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fontAlgn="base">
              <a:spcBef>
                <a:spcPct val="0"/>
              </a:spcBef>
              <a:spcAft>
                <a:spcPct val="0"/>
              </a:spcAft>
              <a:defRPr>
                <a:solidFill>
                  <a:schemeClr val="tx1"/>
                </a:solidFill>
                <a:latin typeface="Calibri" pitchFamily="34" charset="0"/>
              </a:defRPr>
            </a:lvl6pPr>
            <a:lvl7pPr marL="2971800" indent="-228600" defTabSz="457200" fontAlgn="base">
              <a:spcBef>
                <a:spcPct val="0"/>
              </a:spcBef>
              <a:spcAft>
                <a:spcPct val="0"/>
              </a:spcAft>
              <a:defRPr>
                <a:solidFill>
                  <a:schemeClr val="tx1"/>
                </a:solidFill>
                <a:latin typeface="Calibri" pitchFamily="34" charset="0"/>
              </a:defRPr>
            </a:lvl7pPr>
            <a:lvl8pPr marL="3429000" indent="-228600" defTabSz="457200" fontAlgn="base">
              <a:spcBef>
                <a:spcPct val="0"/>
              </a:spcBef>
              <a:spcAft>
                <a:spcPct val="0"/>
              </a:spcAft>
              <a:defRPr>
                <a:solidFill>
                  <a:schemeClr val="tx1"/>
                </a:solidFill>
                <a:latin typeface="Calibri" pitchFamily="34" charset="0"/>
              </a:defRPr>
            </a:lvl8pPr>
            <a:lvl9pPr marL="3886200" indent="-228600" defTabSz="457200" fontAlgn="base">
              <a:spcBef>
                <a:spcPct val="0"/>
              </a:spcBef>
              <a:spcAft>
                <a:spcPct val="0"/>
              </a:spcAft>
              <a:defRPr>
                <a:solidFill>
                  <a:schemeClr val="tx1"/>
                </a:solidFill>
                <a:latin typeface="Calibri" pitchFamily="34" charset="0"/>
              </a:defRPr>
            </a:lvl9pPr>
          </a:lstStyle>
          <a:p>
            <a:pPr eaLnBrk="1" hangingPunct="1">
              <a:defRPr/>
            </a:pPr>
            <a:r>
              <a:rPr lang="en-US" sz="1200" u="sng">
                <a:solidFill>
                  <a:schemeClr val="bg1"/>
                </a:solidFill>
                <a:latin typeface="Helvetica" pitchFamily="34" charset="0"/>
              </a:rPr>
              <a:t>INSTITUCIONALES</a:t>
            </a:r>
          </a:p>
        </p:txBody>
      </p:sp>
      <p:sp>
        <p:nvSpPr>
          <p:cNvPr id="11" name="TextBox 15">
            <a:extLst>
              <a:ext uri="{FF2B5EF4-FFF2-40B4-BE49-F238E27FC236}">
                <a16:creationId xmlns:a16="http://schemas.microsoft.com/office/drawing/2014/main" id="{BD92E7E9-800C-34D0-5B02-8BAF8F7BC806}"/>
              </a:ext>
            </a:extLst>
          </p:cNvPr>
          <p:cNvSpPr txBox="1">
            <a:spLocks noChangeArrowheads="1"/>
          </p:cNvSpPr>
          <p:nvPr userDrawn="1"/>
        </p:nvSpPr>
        <p:spPr bwMode="auto">
          <a:xfrm>
            <a:off x="292100" y="723900"/>
            <a:ext cx="85598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457200" fontAlgn="base">
              <a:spcBef>
                <a:spcPct val="0"/>
              </a:spcBef>
              <a:spcAft>
                <a:spcPct val="0"/>
              </a:spcAft>
              <a:defRPr>
                <a:solidFill>
                  <a:schemeClr val="tx1"/>
                </a:solidFill>
                <a:latin typeface="Calibri" pitchFamily="34" charset="0"/>
              </a:defRPr>
            </a:lvl6pPr>
            <a:lvl7pPr marL="2971800" indent="-228600" defTabSz="457200" fontAlgn="base">
              <a:spcBef>
                <a:spcPct val="0"/>
              </a:spcBef>
              <a:spcAft>
                <a:spcPct val="0"/>
              </a:spcAft>
              <a:defRPr>
                <a:solidFill>
                  <a:schemeClr val="tx1"/>
                </a:solidFill>
                <a:latin typeface="Calibri" pitchFamily="34" charset="0"/>
              </a:defRPr>
            </a:lvl7pPr>
            <a:lvl8pPr marL="3429000" indent="-228600" defTabSz="457200" fontAlgn="base">
              <a:spcBef>
                <a:spcPct val="0"/>
              </a:spcBef>
              <a:spcAft>
                <a:spcPct val="0"/>
              </a:spcAft>
              <a:defRPr>
                <a:solidFill>
                  <a:schemeClr val="tx1"/>
                </a:solidFill>
                <a:latin typeface="Calibri" pitchFamily="34" charset="0"/>
              </a:defRPr>
            </a:lvl8pPr>
            <a:lvl9pPr marL="3886200" indent="-228600" defTabSz="457200" fontAlgn="base">
              <a:spcBef>
                <a:spcPct val="0"/>
              </a:spcBef>
              <a:spcAft>
                <a:spcPct val="0"/>
              </a:spcAft>
              <a:defRPr>
                <a:solidFill>
                  <a:schemeClr val="tx1"/>
                </a:solidFill>
                <a:latin typeface="Calibri" pitchFamily="34" charset="0"/>
              </a:defRPr>
            </a:lvl9pPr>
          </a:lstStyle>
          <a:p>
            <a:pPr eaLnBrk="1" hangingPunct="1">
              <a:defRPr/>
            </a:pPr>
            <a:r>
              <a:rPr lang="es-ES" sz="1200">
                <a:solidFill>
                  <a:schemeClr val="bg1"/>
                </a:solidFill>
                <a:latin typeface="Helvetica" pitchFamily="34" charset="0"/>
              </a:rPr>
              <a:t>Completa tus presentaciones con estos recursos editables. Puedes redimensionarlas sin perder calidad, cambiar el color de relleno, la opacidad, etc. </a:t>
            </a:r>
            <a:r>
              <a:rPr lang="es-ES" sz="1200" b="1">
                <a:solidFill>
                  <a:schemeClr val="bg1"/>
                </a:solidFill>
                <a:latin typeface="Helvetica" pitchFamily="34" charset="0"/>
              </a:rPr>
              <a:t>Recuerda que los gráficos institucionales </a:t>
            </a:r>
            <a:r>
              <a:rPr lang="es-ES" sz="1200" u="sng">
                <a:solidFill>
                  <a:srgbClr val="FF0000"/>
                </a:solidFill>
                <a:latin typeface="Helvetica" pitchFamily="34" charset="0"/>
              </a:rPr>
              <a:t>NO PUEDEN SER MODIFICADOS </a:t>
            </a:r>
            <a:r>
              <a:rPr lang="es-ES" sz="1200" b="1">
                <a:solidFill>
                  <a:schemeClr val="bg1"/>
                </a:solidFill>
                <a:latin typeface="Helvetica" pitchFamily="34" charset="0"/>
              </a:rPr>
              <a:t>en color o con efectos, y al editar el tamaño se deberá mantener su proporción. </a:t>
            </a:r>
            <a:endParaRPr lang="en-US" sz="1200" b="1">
              <a:solidFill>
                <a:schemeClr val="bg1"/>
              </a:solidFill>
              <a:latin typeface="Helvetica" pitchFamily="34" charset="0"/>
            </a:endParaRPr>
          </a:p>
        </p:txBody>
      </p:sp>
    </p:spTree>
    <p:extLst>
      <p:ext uri="{BB962C8B-B14F-4D97-AF65-F5344CB8AC3E}">
        <p14:creationId xmlns:p14="http://schemas.microsoft.com/office/powerpoint/2010/main" val="9302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CB1CA882-0AA1-C553-75CA-5A37AB790BD5}"/>
              </a:ext>
            </a:extLst>
          </p:cNvPr>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s-MX"/>
              <a:t>Click to edit Master title style</a:t>
            </a:r>
          </a:p>
        </p:txBody>
      </p:sp>
      <p:sp>
        <p:nvSpPr>
          <p:cNvPr id="1027" name="Text Placeholder 2">
            <a:extLst>
              <a:ext uri="{FF2B5EF4-FFF2-40B4-BE49-F238E27FC236}">
                <a16:creationId xmlns:a16="http://schemas.microsoft.com/office/drawing/2014/main" id="{3E2BFAAF-13A3-C287-B918-051C5E2D4D25}"/>
              </a:ext>
            </a:extLst>
          </p:cNvPr>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s-MX"/>
              <a:t>Edit Master text styles</a:t>
            </a:r>
          </a:p>
          <a:p>
            <a:pPr lvl="1"/>
            <a:r>
              <a:rPr lang="en-US" altLang="es-MX"/>
              <a:t>Second level</a:t>
            </a:r>
          </a:p>
          <a:p>
            <a:pPr lvl="2"/>
            <a:r>
              <a:rPr lang="en-US" altLang="es-MX"/>
              <a:t>Third level</a:t>
            </a:r>
          </a:p>
          <a:p>
            <a:pPr lvl="3"/>
            <a:r>
              <a:rPr lang="en-US" altLang="es-MX"/>
              <a:t>Fourth level</a:t>
            </a:r>
          </a:p>
          <a:p>
            <a:pPr lvl="4"/>
            <a:r>
              <a:rPr lang="en-US" altLang="es-MX"/>
              <a:t>Fifth level</a:t>
            </a:r>
          </a:p>
        </p:txBody>
      </p:sp>
      <p:sp>
        <p:nvSpPr>
          <p:cNvPr id="4" name="Date Placeholder 3">
            <a:extLst>
              <a:ext uri="{FF2B5EF4-FFF2-40B4-BE49-F238E27FC236}">
                <a16:creationId xmlns:a16="http://schemas.microsoft.com/office/drawing/2014/main" id="{825BD5DC-C90B-5B69-B24B-5C84B0E09553}"/>
              </a:ext>
            </a:extLst>
          </p:cNvPr>
          <p:cNvSpPr>
            <a:spLocks noGrp="1"/>
          </p:cNvSpPr>
          <p:nvPr>
            <p:ph type="dt" sz="half" idx="2"/>
          </p:nvPr>
        </p:nvSpPr>
        <p:spPr>
          <a:xfrm>
            <a:off x="628650" y="6356350"/>
            <a:ext cx="20574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smtClean="0">
                <a:solidFill>
                  <a:srgbClr val="898989"/>
                </a:solidFill>
              </a:defRPr>
            </a:lvl1pPr>
          </a:lstStyle>
          <a:p>
            <a:pPr>
              <a:defRPr/>
            </a:pPr>
            <a:fld id="{FB5CAA26-54ED-4307-AC52-99472A4A4AFC}" type="datetimeFigureOut">
              <a:rPr lang="en-US"/>
              <a:pPr>
                <a:defRPr/>
              </a:pPr>
              <a:t>5/22/2024</a:t>
            </a:fld>
            <a:endParaRPr lang="en-US"/>
          </a:p>
        </p:txBody>
      </p:sp>
      <p:sp>
        <p:nvSpPr>
          <p:cNvPr id="5" name="Footer Placeholder 4">
            <a:extLst>
              <a:ext uri="{FF2B5EF4-FFF2-40B4-BE49-F238E27FC236}">
                <a16:creationId xmlns:a16="http://schemas.microsoft.com/office/drawing/2014/main" id="{59B661B7-B1CD-FF41-61F0-8ABBE7CDCCC8}"/>
              </a:ext>
            </a:extLst>
          </p:cNvPr>
          <p:cNvSpPr>
            <a:spLocks noGrp="1"/>
          </p:cNvSpPr>
          <p:nvPr>
            <p:ph type="ftr" sz="quarter" idx="3"/>
          </p:nvPr>
        </p:nvSpPr>
        <p:spPr>
          <a:xfrm>
            <a:off x="3028950" y="6356350"/>
            <a:ext cx="30861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smtClean="0">
                <a:solidFill>
                  <a:srgbClr val="898989"/>
                </a:solidFill>
              </a:defRPr>
            </a:lvl1pPr>
          </a:lstStyle>
          <a:p>
            <a:pPr>
              <a:defRPr/>
            </a:pPr>
            <a:endParaRPr lang="es-MX"/>
          </a:p>
        </p:txBody>
      </p:sp>
      <p:sp>
        <p:nvSpPr>
          <p:cNvPr id="6" name="Slide Number Placeholder 5">
            <a:extLst>
              <a:ext uri="{FF2B5EF4-FFF2-40B4-BE49-F238E27FC236}">
                <a16:creationId xmlns:a16="http://schemas.microsoft.com/office/drawing/2014/main" id="{5F701AF7-3608-8E25-C839-7312A3881757}"/>
              </a:ext>
            </a:extLst>
          </p:cNvPr>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C7B20D5D-553C-4E1B-A28D-9CBF6C45B274}" type="slidenum">
              <a:rPr lang="en-US" altLang="es-MX"/>
              <a:pPr/>
              <a:t>‹Nº›</a:t>
            </a:fld>
            <a:endParaRPr lang="en-US" altLang="es-MX"/>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defRPr>
      </a:lvl2pPr>
      <a:lvl3pPr algn="l" rtl="0" eaLnBrk="0" fontAlgn="base" hangingPunct="0">
        <a:lnSpc>
          <a:spcPct val="90000"/>
        </a:lnSpc>
        <a:spcBef>
          <a:spcPct val="0"/>
        </a:spcBef>
        <a:spcAft>
          <a:spcPct val="0"/>
        </a:spcAft>
        <a:defRPr sz="4400">
          <a:solidFill>
            <a:schemeClr val="tx1"/>
          </a:solidFill>
          <a:latin typeface="Calibri Light" pitchFamily="34" charset="0"/>
        </a:defRPr>
      </a:lvl3pPr>
      <a:lvl4pPr algn="l" rtl="0" eaLnBrk="0" fontAlgn="base" hangingPunct="0">
        <a:lnSpc>
          <a:spcPct val="90000"/>
        </a:lnSpc>
        <a:spcBef>
          <a:spcPct val="0"/>
        </a:spcBef>
        <a:spcAft>
          <a:spcPct val="0"/>
        </a:spcAft>
        <a:defRPr sz="4400">
          <a:solidFill>
            <a:schemeClr val="tx1"/>
          </a:solidFill>
          <a:latin typeface="Calibri Light" pitchFamily="34" charset="0"/>
        </a:defRPr>
      </a:lvl4pPr>
      <a:lvl5pPr algn="l" rtl="0" eaLnBrk="0" fontAlgn="base" hangingPunct="0">
        <a:lnSpc>
          <a:spcPct val="90000"/>
        </a:lnSpc>
        <a:spcBef>
          <a:spcPct val="0"/>
        </a:spcBef>
        <a:spcAft>
          <a:spcPct val="0"/>
        </a:spcAft>
        <a:defRPr sz="4400">
          <a:solidFill>
            <a:schemeClr val="tx1"/>
          </a:solidFill>
          <a:latin typeface="Calibri Light" pitchFamily="34" charset="0"/>
        </a:defRPr>
      </a:lvl5pPr>
      <a:lvl6pPr marL="457200" algn="l" rtl="0" fontAlgn="base">
        <a:lnSpc>
          <a:spcPct val="90000"/>
        </a:lnSpc>
        <a:spcBef>
          <a:spcPct val="0"/>
        </a:spcBef>
        <a:spcAft>
          <a:spcPct val="0"/>
        </a:spcAft>
        <a:defRPr sz="4400">
          <a:solidFill>
            <a:schemeClr val="tx1"/>
          </a:solidFill>
          <a:latin typeface="Calibri Light" pitchFamily="34" charset="0"/>
        </a:defRPr>
      </a:lvl6pPr>
      <a:lvl7pPr marL="914400" algn="l" rtl="0" fontAlgn="base">
        <a:lnSpc>
          <a:spcPct val="90000"/>
        </a:lnSpc>
        <a:spcBef>
          <a:spcPct val="0"/>
        </a:spcBef>
        <a:spcAft>
          <a:spcPct val="0"/>
        </a:spcAft>
        <a:defRPr sz="4400">
          <a:solidFill>
            <a:schemeClr val="tx1"/>
          </a:solidFill>
          <a:latin typeface="Calibri Light" pitchFamily="34" charset="0"/>
        </a:defRPr>
      </a:lvl7pPr>
      <a:lvl8pPr marL="1371600" algn="l" rtl="0" fontAlgn="base">
        <a:lnSpc>
          <a:spcPct val="90000"/>
        </a:lnSpc>
        <a:spcBef>
          <a:spcPct val="0"/>
        </a:spcBef>
        <a:spcAft>
          <a:spcPct val="0"/>
        </a:spcAft>
        <a:defRPr sz="4400">
          <a:solidFill>
            <a:schemeClr val="tx1"/>
          </a:solidFill>
          <a:latin typeface="Calibri Light" pitchFamily="34" charset="0"/>
        </a:defRPr>
      </a:lvl8pPr>
      <a:lvl9pPr marL="1828800" algn="l" rtl="0" fontAlgn="base">
        <a:lnSpc>
          <a:spcPct val="90000"/>
        </a:lnSpc>
        <a:spcBef>
          <a:spcPct val="0"/>
        </a:spcBef>
        <a:spcAft>
          <a:spcPct val="0"/>
        </a:spcAft>
        <a:defRPr sz="4400">
          <a:solidFill>
            <a:schemeClr val="tx1"/>
          </a:solidFill>
          <a:latin typeface="Calibri Light"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5.jpe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diagramLayout" Target="../diagrams/layout3.xml"/><Relationship Id="rId7" Type="http://schemas.openxmlformats.org/officeDocument/2006/relationships/image" Target="../media/image5.jpe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10" Type="http://schemas.openxmlformats.org/officeDocument/2006/relationships/image" Target="../media/image15.jpeg"/><Relationship Id="rId4" Type="http://schemas.openxmlformats.org/officeDocument/2006/relationships/diagramQuickStyle" Target="../diagrams/quickStyle3.xml"/><Relationship Id="rId9" Type="http://schemas.openxmlformats.org/officeDocument/2006/relationships/image" Target="../media/image14.jpe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5.jpe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1drv.ms/u/s!AmJC7M_a5eFl3gZ4nxr1Ot-lSKb-?e=Arj7VZ"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diagramLayout" Target="../diagrams/layout5.xml"/><Relationship Id="rId7" Type="http://schemas.openxmlformats.org/officeDocument/2006/relationships/image" Target="../media/image22.jpe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10" Type="http://schemas.microsoft.com/office/2007/relationships/hdphoto" Target="../media/hdphoto1.wdp"/><Relationship Id="rId4" Type="http://schemas.openxmlformats.org/officeDocument/2006/relationships/diagramQuickStyle" Target="../diagrams/quickStyle5.xml"/><Relationship Id="rId9"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25.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6" Type="http://schemas.openxmlformats.org/officeDocument/2006/relationships/image" Target="../media/image51.emf"/><Relationship Id="rId21" Type="http://schemas.openxmlformats.org/officeDocument/2006/relationships/image" Target="../media/image46.emf"/><Relationship Id="rId42" Type="http://schemas.openxmlformats.org/officeDocument/2006/relationships/diagramColors" Target="../diagrams/colors8.xml"/><Relationship Id="rId47" Type="http://schemas.openxmlformats.org/officeDocument/2006/relationships/diagramColors" Target="../diagrams/colors9.xml"/><Relationship Id="rId63" Type="http://schemas.microsoft.com/office/2007/relationships/diagramDrawing" Target="../diagrams/drawing12.xml"/><Relationship Id="rId68" Type="http://schemas.microsoft.com/office/2007/relationships/diagramDrawing" Target="../diagrams/drawing13.xml"/><Relationship Id="rId2" Type="http://schemas.openxmlformats.org/officeDocument/2006/relationships/image" Target="../media/image27.emf"/><Relationship Id="rId16" Type="http://schemas.openxmlformats.org/officeDocument/2006/relationships/image" Target="../media/image41.emf"/><Relationship Id="rId29" Type="http://schemas.openxmlformats.org/officeDocument/2006/relationships/image" Target="../media/image54.emf"/><Relationship Id="rId11" Type="http://schemas.openxmlformats.org/officeDocument/2006/relationships/image" Target="../media/image36.emf"/><Relationship Id="rId24" Type="http://schemas.openxmlformats.org/officeDocument/2006/relationships/image" Target="../media/image49.emf"/><Relationship Id="rId32" Type="http://schemas.openxmlformats.org/officeDocument/2006/relationships/image" Target="../media/image57.emf"/><Relationship Id="rId37" Type="http://schemas.openxmlformats.org/officeDocument/2006/relationships/diagramColors" Target="../diagrams/colors7.xml"/><Relationship Id="rId40" Type="http://schemas.openxmlformats.org/officeDocument/2006/relationships/diagramLayout" Target="../diagrams/layout8.xml"/><Relationship Id="rId45" Type="http://schemas.openxmlformats.org/officeDocument/2006/relationships/diagramLayout" Target="../diagrams/layout9.xml"/><Relationship Id="rId53" Type="http://schemas.microsoft.com/office/2007/relationships/diagramDrawing" Target="../diagrams/drawing10.xml"/><Relationship Id="rId58" Type="http://schemas.microsoft.com/office/2007/relationships/diagramDrawing" Target="../diagrams/drawing11.xml"/><Relationship Id="rId66" Type="http://schemas.openxmlformats.org/officeDocument/2006/relationships/diagramQuickStyle" Target="../diagrams/quickStyle13.xml"/><Relationship Id="rId74" Type="http://schemas.openxmlformats.org/officeDocument/2006/relationships/image" Target="../media/image64.png"/><Relationship Id="rId5" Type="http://schemas.openxmlformats.org/officeDocument/2006/relationships/image" Target="../media/image30.emf"/><Relationship Id="rId61" Type="http://schemas.openxmlformats.org/officeDocument/2006/relationships/diagramQuickStyle" Target="../diagrams/quickStyle12.xml"/><Relationship Id="rId19" Type="http://schemas.openxmlformats.org/officeDocument/2006/relationships/image" Target="../media/image44.emf"/><Relationship Id="rId14" Type="http://schemas.openxmlformats.org/officeDocument/2006/relationships/image" Target="../media/image39.emf"/><Relationship Id="rId22" Type="http://schemas.openxmlformats.org/officeDocument/2006/relationships/image" Target="../media/image47.emf"/><Relationship Id="rId27" Type="http://schemas.openxmlformats.org/officeDocument/2006/relationships/image" Target="../media/image52.emf"/><Relationship Id="rId30" Type="http://schemas.openxmlformats.org/officeDocument/2006/relationships/image" Target="../media/image55.emf"/><Relationship Id="rId35" Type="http://schemas.openxmlformats.org/officeDocument/2006/relationships/diagramLayout" Target="../diagrams/layout7.xml"/><Relationship Id="rId43" Type="http://schemas.microsoft.com/office/2007/relationships/diagramDrawing" Target="../diagrams/drawing8.xml"/><Relationship Id="rId48" Type="http://schemas.microsoft.com/office/2007/relationships/diagramDrawing" Target="../diagrams/drawing9.xml"/><Relationship Id="rId56" Type="http://schemas.openxmlformats.org/officeDocument/2006/relationships/diagramQuickStyle" Target="../diagrams/quickStyle11.xml"/><Relationship Id="rId64" Type="http://schemas.openxmlformats.org/officeDocument/2006/relationships/diagramData" Target="../diagrams/data13.xml"/><Relationship Id="rId69" Type="http://schemas.openxmlformats.org/officeDocument/2006/relationships/image" Target="../media/image59.emf"/><Relationship Id="rId8" Type="http://schemas.openxmlformats.org/officeDocument/2006/relationships/image" Target="../media/image33.emf"/><Relationship Id="rId51" Type="http://schemas.openxmlformats.org/officeDocument/2006/relationships/diagramQuickStyle" Target="../diagrams/quickStyle10.xml"/><Relationship Id="rId72" Type="http://schemas.openxmlformats.org/officeDocument/2006/relationships/image" Target="../media/image62.png"/><Relationship Id="rId3" Type="http://schemas.openxmlformats.org/officeDocument/2006/relationships/image" Target="../media/image28.emf"/><Relationship Id="rId12" Type="http://schemas.openxmlformats.org/officeDocument/2006/relationships/image" Target="../media/image37.emf"/><Relationship Id="rId17" Type="http://schemas.openxmlformats.org/officeDocument/2006/relationships/image" Target="../media/image42.emf"/><Relationship Id="rId25" Type="http://schemas.openxmlformats.org/officeDocument/2006/relationships/image" Target="../media/image50.emf"/><Relationship Id="rId33" Type="http://schemas.openxmlformats.org/officeDocument/2006/relationships/image" Target="../media/image58.emf"/><Relationship Id="rId38" Type="http://schemas.microsoft.com/office/2007/relationships/diagramDrawing" Target="../diagrams/drawing7.xml"/><Relationship Id="rId46" Type="http://schemas.openxmlformats.org/officeDocument/2006/relationships/diagramQuickStyle" Target="../diagrams/quickStyle9.xml"/><Relationship Id="rId59" Type="http://schemas.openxmlformats.org/officeDocument/2006/relationships/diagramData" Target="../diagrams/data12.xml"/><Relationship Id="rId67" Type="http://schemas.openxmlformats.org/officeDocument/2006/relationships/diagramColors" Target="../diagrams/colors13.xml"/><Relationship Id="rId20" Type="http://schemas.openxmlformats.org/officeDocument/2006/relationships/image" Target="../media/image45.emf"/><Relationship Id="rId41" Type="http://schemas.openxmlformats.org/officeDocument/2006/relationships/diagramQuickStyle" Target="../diagrams/quickStyle8.xml"/><Relationship Id="rId54" Type="http://schemas.openxmlformats.org/officeDocument/2006/relationships/diagramData" Target="../diagrams/data11.xml"/><Relationship Id="rId62" Type="http://schemas.openxmlformats.org/officeDocument/2006/relationships/diagramColors" Target="../diagrams/colors12.xml"/><Relationship Id="rId70" Type="http://schemas.openxmlformats.org/officeDocument/2006/relationships/image" Target="../media/image60.emf"/><Relationship Id="rId1" Type="http://schemas.openxmlformats.org/officeDocument/2006/relationships/slideLayout" Target="../slideLayouts/slideLayout4.xml"/><Relationship Id="rId6" Type="http://schemas.openxmlformats.org/officeDocument/2006/relationships/image" Target="../media/image31.emf"/><Relationship Id="rId15" Type="http://schemas.openxmlformats.org/officeDocument/2006/relationships/image" Target="../media/image40.emf"/><Relationship Id="rId23" Type="http://schemas.openxmlformats.org/officeDocument/2006/relationships/image" Target="../media/image48.emf"/><Relationship Id="rId28" Type="http://schemas.openxmlformats.org/officeDocument/2006/relationships/image" Target="../media/image53.emf"/><Relationship Id="rId36" Type="http://schemas.openxmlformats.org/officeDocument/2006/relationships/diagramQuickStyle" Target="../diagrams/quickStyle7.xml"/><Relationship Id="rId49" Type="http://schemas.openxmlformats.org/officeDocument/2006/relationships/diagramData" Target="../diagrams/data10.xml"/><Relationship Id="rId57" Type="http://schemas.openxmlformats.org/officeDocument/2006/relationships/diagramColors" Target="../diagrams/colors11.xml"/><Relationship Id="rId10" Type="http://schemas.openxmlformats.org/officeDocument/2006/relationships/image" Target="../media/image35.emf"/><Relationship Id="rId31" Type="http://schemas.openxmlformats.org/officeDocument/2006/relationships/image" Target="../media/image56.emf"/><Relationship Id="rId44" Type="http://schemas.openxmlformats.org/officeDocument/2006/relationships/diagramData" Target="../diagrams/data9.xml"/><Relationship Id="rId52" Type="http://schemas.openxmlformats.org/officeDocument/2006/relationships/diagramColors" Target="../diagrams/colors10.xml"/><Relationship Id="rId60" Type="http://schemas.openxmlformats.org/officeDocument/2006/relationships/diagramLayout" Target="../diagrams/layout12.xml"/><Relationship Id="rId65" Type="http://schemas.openxmlformats.org/officeDocument/2006/relationships/diagramLayout" Target="../diagrams/layout13.xml"/><Relationship Id="rId73" Type="http://schemas.openxmlformats.org/officeDocument/2006/relationships/image" Target="../media/image63.png"/><Relationship Id="rId4" Type="http://schemas.openxmlformats.org/officeDocument/2006/relationships/image" Target="../media/image29.emf"/><Relationship Id="rId9" Type="http://schemas.openxmlformats.org/officeDocument/2006/relationships/image" Target="../media/image34.emf"/><Relationship Id="rId13" Type="http://schemas.openxmlformats.org/officeDocument/2006/relationships/image" Target="../media/image38.emf"/><Relationship Id="rId18" Type="http://schemas.openxmlformats.org/officeDocument/2006/relationships/image" Target="../media/image43.emf"/><Relationship Id="rId39" Type="http://schemas.openxmlformats.org/officeDocument/2006/relationships/diagramData" Target="../diagrams/data8.xml"/><Relationship Id="rId34" Type="http://schemas.openxmlformats.org/officeDocument/2006/relationships/diagramData" Target="../diagrams/data7.xml"/><Relationship Id="rId50" Type="http://schemas.openxmlformats.org/officeDocument/2006/relationships/diagramLayout" Target="../diagrams/layout10.xml"/><Relationship Id="rId55" Type="http://schemas.openxmlformats.org/officeDocument/2006/relationships/diagramLayout" Target="../diagrams/layout11.xml"/><Relationship Id="rId7" Type="http://schemas.openxmlformats.org/officeDocument/2006/relationships/image" Target="../media/image32.emf"/><Relationship Id="rId71" Type="http://schemas.openxmlformats.org/officeDocument/2006/relationships/image" Target="../media/image6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DFFA682-122E-CB42-2A43-DFAE9A1C7E3F}"/>
              </a:ext>
            </a:extLst>
          </p:cNvPr>
          <p:cNvSpPr>
            <a:spLocks noGrp="1"/>
          </p:cNvSpPr>
          <p:nvPr>
            <p:ph type="ctrTitle"/>
          </p:nvPr>
        </p:nvSpPr>
        <p:spPr>
          <a:xfrm>
            <a:off x="0" y="1965649"/>
            <a:ext cx="5694363" cy="2259013"/>
          </a:xfrm>
        </p:spPr>
        <p:txBody>
          <a:bodyPr/>
          <a:lstStyle/>
          <a:p>
            <a:pPr algn="ctr" eaLnBrk="1" hangingPunct="1"/>
            <a:br>
              <a:rPr lang="es-MX" altLang="es-MX" dirty="0">
                <a:latin typeface="Helvetica" panose="020B0604020202020204" pitchFamily="34" charset="0"/>
              </a:rPr>
            </a:br>
            <a:br>
              <a:rPr lang="es-MX" altLang="es-MX" dirty="0">
                <a:latin typeface="Helvetica" panose="020B0604020202020204" pitchFamily="34" charset="0"/>
              </a:rPr>
            </a:br>
            <a:r>
              <a:rPr lang="es-MX" altLang="es-MX" sz="3600" dirty="0">
                <a:latin typeface="Helvetica" panose="020B0604020202020204" pitchFamily="34" charset="0"/>
              </a:rPr>
              <a:t>Asignatura: Administración de Proyectos de T.I.</a:t>
            </a:r>
            <a:br>
              <a:rPr lang="es-MX" altLang="es-MX" sz="3600" dirty="0">
                <a:latin typeface="Helvetica" panose="020B0604020202020204" pitchFamily="34" charset="0"/>
              </a:rPr>
            </a:br>
            <a:br>
              <a:rPr lang="es-MX" altLang="es-MX" dirty="0">
                <a:latin typeface="Helvetica" panose="020B0604020202020204" pitchFamily="34" charset="0"/>
              </a:rPr>
            </a:br>
            <a:r>
              <a:rPr lang="es-MX" altLang="es-MX" sz="2400" dirty="0">
                <a:latin typeface="Helvetica" panose="020B0604020202020204" pitchFamily="34" charset="0"/>
              </a:rPr>
              <a:t>Dr. Edgar Olguín Guzmán</a:t>
            </a:r>
          </a:p>
        </p:txBody>
      </p:sp>
      <p:sp>
        <p:nvSpPr>
          <p:cNvPr id="6147" name="Subtitle 2">
            <a:extLst>
              <a:ext uri="{FF2B5EF4-FFF2-40B4-BE49-F238E27FC236}">
                <a16:creationId xmlns:a16="http://schemas.microsoft.com/office/drawing/2014/main" id="{5E72CF8D-2552-8638-4482-701DA1FE6C3E}"/>
              </a:ext>
            </a:extLst>
          </p:cNvPr>
          <p:cNvSpPr>
            <a:spLocks noGrp="1"/>
          </p:cNvSpPr>
          <p:nvPr>
            <p:ph type="subTitle" idx="1"/>
          </p:nvPr>
        </p:nvSpPr>
        <p:spPr>
          <a:xfrm>
            <a:off x="233363" y="5510722"/>
            <a:ext cx="5461000" cy="1281964"/>
          </a:xfrm>
        </p:spPr>
        <p:txBody>
          <a:bodyPr/>
          <a:lstStyle/>
          <a:p>
            <a:pPr eaLnBrk="1" hangingPunct="1"/>
            <a:r>
              <a:rPr lang="es-MX" altLang="es-MX" dirty="0">
                <a:latin typeface="Helvetica" panose="020B0604020202020204" pitchFamily="34" charset="0"/>
              </a:rPr>
              <a:t>Erick Renato Vega Ceron</a:t>
            </a:r>
          </a:p>
          <a:p>
            <a:pPr eaLnBrk="1" hangingPunct="1"/>
            <a:r>
              <a:rPr lang="es-MX" altLang="es-MX" sz="1600" dirty="0">
                <a:latin typeface="Helvetica" panose="020B0604020202020204" pitchFamily="34" charset="0"/>
              </a:rPr>
              <a:t>502295@uaeh.edu.mx</a:t>
            </a:r>
          </a:p>
          <a:p>
            <a:pPr eaLnBrk="1" hangingPunct="1"/>
            <a:r>
              <a:rPr lang="es-MX" altLang="es-MX" dirty="0">
                <a:latin typeface="Helvetica" panose="020B0604020202020204" pitchFamily="34" charset="0"/>
              </a:rPr>
              <a:t>Fecha: mayo 22, 2024</a:t>
            </a:r>
          </a:p>
        </p:txBody>
      </p:sp>
      <p:sp>
        <p:nvSpPr>
          <p:cNvPr id="6148" name="1 Rectángulo">
            <a:extLst>
              <a:ext uri="{FF2B5EF4-FFF2-40B4-BE49-F238E27FC236}">
                <a16:creationId xmlns:a16="http://schemas.microsoft.com/office/drawing/2014/main" id="{A4A0DEE2-857B-2510-5662-707BA883F6C2}"/>
              </a:ext>
            </a:extLst>
          </p:cNvPr>
          <p:cNvSpPr>
            <a:spLocks noChangeArrowheads="1"/>
          </p:cNvSpPr>
          <p:nvPr/>
        </p:nvSpPr>
        <p:spPr bwMode="auto">
          <a:xfrm>
            <a:off x="2317748" y="127940"/>
            <a:ext cx="6614758"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r>
              <a:rPr lang="es-MX" altLang="es-MX" sz="3600" dirty="0">
                <a:solidFill>
                  <a:schemeClr val="bg1"/>
                </a:solidFill>
                <a:latin typeface="Helvetica" panose="020B0604020202020204" pitchFamily="34" charset="0"/>
              </a:rPr>
              <a:t>Universidad Autónoma del Estado de Hidalgo</a:t>
            </a:r>
          </a:p>
          <a:p>
            <a:pPr algn="ctr"/>
            <a:r>
              <a:rPr lang="es-MX" altLang="es-MX" sz="3600" dirty="0">
                <a:solidFill>
                  <a:schemeClr val="bg1"/>
                </a:solidFill>
                <a:latin typeface="Helvetica" panose="020B0604020202020204" pitchFamily="34" charset="0"/>
              </a:rPr>
              <a:t>Colegio de Posgrado</a:t>
            </a:r>
            <a:endParaRPr lang="es-MX" altLang="es-MX" sz="3600" dirty="0">
              <a:solidFill>
                <a:schemeClr val="bg1"/>
              </a:solidFill>
            </a:endParaRPr>
          </a:p>
        </p:txBody>
      </p:sp>
      <p:sp>
        <p:nvSpPr>
          <p:cNvPr id="2" name="Title 1">
            <a:extLst>
              <a:ext uri="{FF2B5EF4-FFF2-40B4-BE49-F238E27FC236}">
                <a16:creationId xmlns:a16="http://schemas.microsoft.com/office/drawing/2014/main" id="{9D1C30C1-178A-BAFD-3F2E-842813E225FF}"/>
              </a:ext>
            </a:extLst>
          </p:cNvPr>
          <p:cNvSpPr txBox="1">
            <a:spLocks/>
          </p:cNvSpPr>
          <p:nvPr/>
        </p:nvSpPr>
        <p:spPr bwMode="auto">
          <a:xfrm>
            <a:off x="-77109" y="4308044"/>
            <a:ext cx="4789714" cy="92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Autofit/>
          </a:bodyPr>
          <a:lstStyle>
            <a:lvl1pPr algn="l" rtl="0" eaLnBrk="0" fontAlgn="base" hangingPunct="0">
              <a:lnSpc>
                <a:spcPct val="90000"/>
              </a:lnSpc>
              <a:spcBef>
                <a:spcPct val="0"/>
              </a:spcBef>
              <a:spcAft>
                <a:spcPct val="0"/>
              </a:spcAft>
              <a:defRPr sz="4400" kern="1200">
                <a:solidFill>
                  <a:schemeClr val="bg1"/>
                </a:solidFill>
                <a:latin typeface="Helvetica" pitchFamily="2" charset="0"/>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defRPr>
            </a:lvl2pPr>
            <a:lvl3pPr algn="l" rtl="0" eaLnBrk="0" fontAlgn="base" hangingPunct="0">
              <a:lnSpc>
                <a:spcPct val="90000"/>
              </a:lnSpc>
              <a:spcBef>
                <a:spcPct val="0"/>
              </a:spcBef>
              <a:spcAft>
                <a:spcPct val="0"/>
              </a:spcAft>
              <a:defRPr sz="4400">
                <a:solidFill>
                  <a:schemeClr val="tx1"/>
                </a:solidFill>
                <a:latin typeface="Calibri Light" pitchFamily="34" charset="0"/>
              </a:defRPr>
            </a:lvl3pPr>
            <a:lvl4pPr algn="l" rtl="0" eaLnBrk="0" fontAlgn="base" hangingPunct="0">
              <a:lnSpc>
                <a:spcPct val="90000"/>
              </a:lnSpc>
              <a:spcBef>
                <a:spcPct val="0"/>
              </a:spcBef>
              <a:spcAft>
                <a:spcPct val="0"/>
              </a:spcAft>
              <a:defRPr sz="4400">
                <a:solidFill>
                  <a:schemeClr val="tx1"/>
                </a:solidFill>
                <a:latin typeface="Calibri Light" pitchFamily="34" charset="0"/>
              </a:defRPr>
            </a:lvl4pPr>
            <a:lvl5pPr algn="l" rtl="0" eaLnBrk="0" fontAlgn="base" hangingPunct="0">
              <a:lnSpc>
                <a:spcPct val="90000"/>
              </a:lnSpc>
              <a:spcBef>
                <a:spcPct val="0"/>
              </a:spcBef>
              <a:spcAft>
                <a:spcPct val="0"/>
              </a:spcAft>
              <a:defRPr sz="4400">
                <a:solidFill>
                  <a:schemeClr val="tx1"/>
                </a:solidFill>
                <a:latin typeface="Calibri Light" pitchFamily="34" charset="0"/>
              </a:defRPr>
            </a:lvl5pPr>
            <a:lvl6pPr marL="457200" algn="l" rtl="0" fontAlgn="base">
              <a:lnSpc>
                <a:spcPct val="90000"/>
              </a:lnSpc>
              <a:spcBef>
                <a:spcPct val="0"/>
              </a:spcBef>
              <a:spcAft>
                <a:spcPct val="0"/>
              </a:spcAft>
              <a:defRPr sz="4400">
                <a:solidFill>
                  <a:schemeClr val="tx1"/>
                </a:solidFill>
                <a:latin typeface="Calibri Light" pitchFamily="34" charset="0"/>
              </a:defRPr>
            </a:lvl6pPr>
            <a:lvl7pPr marL="914400" algn="l" rtl="0" fontAlgn="base">
              <a:lnSpc>
                <a:spcPct val="90000"/>
              </a:lnSpc>
              <a:spcBef>
                <a:spcPct val="0"/>
              </a:spcBef>
              <a:spcAft>
                <a:spcPct val="0"/>
              </a:spcAft>
              <a:defRPr sz="4400">
                <a:solidFill>
                  <a:schemeClr val="tx1"/>
                </a:solidFill>
                <a:latin typeface="Calibri Light" pitchFamily="34" charset="0"/>
              </a:defRPr>
            </a:lvl7pPr>
            <a:lvl8pPr marL="1371600" algn="l" rtl="0" fontAlgn="base">
              <a:lnSpc>
                <a:spcPct val="90000"/>
              </a:lnSpc>
              <a:spcBef>
                <a:spcPct val="0"/>
              </a:spcBef>
              <a:spcAft>
                <a:spcPct val="0"/>
              </a:spcAft>
              <a:defRPr sz="4400">
                <a:solidFill>
                  <a:schemeClr val="tx1"/>
                </a:solidFill>
                <a:latin typeface="Calibri Light" pitchFamily="34" charset="0"/>
              </a:defRPr>
            </a:lvl8pPr>
            <a:lvl9pPr marL="1828800" algn="l" rtl="0" fontAlgn="base">
              <a:lnSpc>
                <a:spcPct val="90000"/>
              </a:lnSpc>
              <a:spcBef>
                <a:spcPct val="0"/>
              </a:spcBef>
              <a:spcAft>
                <a:spcPct val="0"/>
              </a:spcAft>
              <a:defRPr sz="4400">
                <a:solidFill>
                  <a:schemeClr val="tx1"/>
                </a:solidFill>
                <a:latin typeface="Calibri Light" pitchFamily="34" charset="0"/>
              </a:defRPr>
            </a:lvl9pPr>
          </a:lstStyle>
          <a:p>
            <a:pPr algn="ctr" defTabSz="914400" eaLnBrk="1" hangingPunct="1"/>
            <a:br>
              <a:rPr lang="es-MX" altLang="es-MX" dirty="0">
                <a:latin typeface="Helvetica" panose="020B0604020202020204" pitchFamily="34" charset="0"/>
              </a:rPr>
            </a:br>
            <a:br>
              <a:rPr lang="es-MX" altLang="es-MX" dirty="0">
                <a:latin typeface="Helvetica" panose="020B0604020202020204" pitchFamily="34" charset="0"/>
              </a:rPr>
            </a:br>
            <a:r>
              <a:rPr lang="es-MX" sz="1800" b="1" dirty="0" err="1">
                <a:effectLst/>
                <a:latin typeface="Times New Roman" panose="02020603050405020304" pitchFamily="18" charset="0"/>
                <a:ea typeface="Calibri" panose="020F0502020204030204" pitchFamily="34" charset="0"/>
              </a:rPr>
              <a:t>CyberSystems</a:t>
            </a:r>
            <a:r>
              <a:rPr lang="es-MX" sz="1800" b="1" dirty="0">
                <a:effectLst/>
                <a:latin typeface="Times New Roman" panose="02020603050405020304" pitchFamily="18" charset="0"/>
                <a:ea typeface="Calibri" panose="020F0502020204030204" pitchFamily="34" charset="0"/>
              </a:rPr>
              <a:t> Sistemas Automatizados S.A. de C.V</a:t>
            </a:r>
            <a:endParaRPr lang="es-MX" altLang="es-MX" sz="2400" dirty="0">
              <a:latin typeface="Helvetica"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BAAAC009-2B6D-6798-B96E-13CC5F60CAC9}"/>
              </a:ext>
            </a:extLst>
          </p:cNvPr>
          <p:cNvSpPr>
            <a:spLocks noGrp="1"/>
          </p:cNvSpPr>
          <p:nvPr>
            <p:ph type="title"/>
          </p:nvPr>
        </p:nvSpPr>
        <p:spPr>
          <a:xfrm>
            <a:off x="2967718" y="99786"/>
            <a:ext cx="6083300" cy="896938"/>
          </a:xfrm>
        </p:spPr>
        <p:txBody>
          <a:bodyPr/>
          <a:lstStyle/>
          <a:p>
            <a:pPr algn="r" eaLnBrk="1" hangingPunct="1"/>
            <a:r>
              <a:rPr lang="es-MX" altLang="es-MX" dirty="0"/>
              <a:t>Introducción</a:t>
            </a:r>
          </a:p>
        </p:txBody>
      </p:sp>
      <p:sp>
        <p:nvSpPr>
          <p:cNvPr id="7171" name="4 Marcador de contenido">
            <a:extLst>
              <a:ext uri="{FF2B5EF4-FFF2-40B4-BE49-F238E27FC236}">
                <a16:creationId xmlns:a16="http://schemas.microsoft.com/office/drawing/2014/main" id="{16548838-E0F0-0464-7E6D-4E935A10BFD9}"/>
              </a:ext>
            </a:extLst>
          </p:cNvPr>
          <p:cNvSpPr>
            <a:spLocks noGrp="1"/>
          </p:cNvSpPr>
          <p:nvPr>
            <p:ph idx="1"/>
          </p:nvPr>
        </p:nvSpPr>
        <p:spPr>
          <a:xfrm>
            <a:off x="0" y="2226907"/>
            <a:ext cx="3976007" cy="4312686"/>
          </a:xfrm>
        </p:spPr>
        <p:txBody>
          <a:bodyPr/>
          <a:lstStyle/>
          <a:p>
            <a:pPr algn="l">
              <a:lnSpc>
                <a:spcPct val="150000"/>
              </a:lnSpc>
              <a:buFont typeface="Arial" panose="020B0604020202020204" pitchFamily="34" charset="0"/>
              <a:buChar char="•"/>
            </a:pPr>
            <a:r>
              <a:rPr lang="es-MX" sz="1600" b="0" i="0" dirty="0">
                <a:effectLst/>
                <a:latin typeface="Roboto" panose="02000000000000000000" pitchFamily="2" charset="0"/>
                <a:ea typeface="Roboto" panose="02000000000000000000" pitchFamily="2" charset="0"/>
                <a:cs typeface="Roboto" panose="02000000000000000000" pitchFamily="2" charset="0"/>
              </a:rPr>
              <a:t>Desarrollado por el PMI.</a:t>
            </a:r>
          </a:p>
          <a:p>
            <a:pPr algn="l">
              <a:lnSpc>
                <a:spcPct val="150000"/>
              </a:lnSpc>
              <a:buFont typeface="Arial" panose="020B0604020202020204" pitchFamily="34" charset="0"/>
              <a:buChar char="•"/>
            </a:pPr>
            <a:r>
              <a:rPr lang="es-MX" sz="1600" b="0" i="0" dirty="0">
                <a:effectLst/>
                <a:latin typeface="Roboto" panose="02000000000000000000" pitchFamily="2" charset="0"/>
                <a:ea typeface="Roboto" panose="02000000000000000000" pitchFamily="2" charset="0"/>
                <a:cs typeface="Roboto" panose="02000000000000000000" pitchFamily="2" charset="0"/>
              </a:rPr>
              <a:t>Estándares y mejores prácticas.</a:t>
            </a:r>
          </a:p>
          <a:p>
            <a:pPr algn="l">
              <a:lnSpc>
                <a:spcPct val="150000"/>
              </a:lnSpc>
              <a:buFont typeface="Arial" panose="020B0604020202020204" pitchFamily="34" charset="0"/>
              <a:buChar char="•"/>
            </a:pPr>
            <a:r>
              <a:rPr lang="es-MX" sz="1600" b="0" i="0" dirty="0">
                <a:effectLst/>
                <a:latin typeface="Roboto" panose="02000000000000000000" pitchFamily="2" charset="0"/>
                <a:ea typeface="Roboto" panose="02000000000000000000" pitchFamily="2" charset="0"/>
                <a:cs typeface="Roboto" panose="02000000000000000000" pitchFamily="2" charset="0"/>
              </a:rPr>
              <a:t>Basado en el PMBOK.</a:t>
            </a:r>
          </a:p>
          <a:p>
            <a:pPr algn="l">
              <a:lnSpc>
                <a:spcPct val="150000"/>
              </a:lnSpc>
              <a:buFont typeface="Arial" panose="020B0604020202020204" pitchFamily="34" charset="0"/>
              <a:buChar char="•"/>
            </a:pPr>
            <a:r>
              <a:rPr lang="es-MX" sz="1600" b="0" i="0" dirty="0">
                <a:effectLst/>
                <a:latin typeface="Roboto" panose="02000000000000000000" pitchFamily="2" charset="0"/>
                <a:ea typeface="Roboto" panose="02000000000000000000" pitchFamily="2" charset="0"/>
                <a:cs typeface="Roboto" panose="02000000000000000000" pitchFamily="2" charset="0"/>
              </a:rPr>
              <a:t>Diez áreas de conocimiento.</a:t>
            </a:r>
          </a:p>
          <a:p>
            <a:pPr algn="l">
              <a:lnSpc>
                <a:spcPct val="150000"/>
              </a:lnSpc>
              <a:buFont typeface="Arial" panose="020B0604020202020204" pitchFamily="34" charset="0"/>
              <a:buChar char="•"/>
            </a:pPr>
            <a:r>
              <a:rPr lang="es-MX" sz="1600" b="0" i="0" dirty="0">
                <a:effectLst/>
                <a:latin typeface="Roboto" panose="02000000000000000000" pitchFamily="2" charset="0"/>
                <a:ea typeface="Roboto" panose="02000000000000000000" pitchFamily="2" charset="0"/>
                <a:cs typeface="Roboto" panose="02000000000000000000" pitchFamily="2" charset="0"/>
              </a:rPr>
              <a:t>Procesos y técnicas específicas.</a:t>
            </a:r>
          </a:p>
          <a:p>
            <a:pPr algn="l">
              <a:lnSpc>
                <a:spcPct val="150000"/>
              </a:lnSpc>
              <a:buFont typeface="Arial" panose="020B0604020202020204" pitchFamily="34" charset="0"/>
              <a:buChar char="•"/>
            </a:pPr>
            <a:r>
              <a:rPr lang="es-MX" sz="1600" b="0" i="0" dirty="0">
                <a:effectLst/>
                <a:latin typeface="Roboto" panose="02000000000000000000" pitchFamily="2" charset="0"/>
                <a:ea typeface="Roboto" panose="02000000000000000000" pitchFamily="2" charset="0"/>
                <a:cs typeface="Roboto" panose="02000000000000000000" pitchFamily="2" charset="0"/>
              </a:rPr>
              <a:t>Flexible y adaptable.</a:t>
            </a:r>
          </a:p>
          <a:p>
            <a:pPr algn="l">
              <a:lnSpc>
                <a:spcPct val="150000"/>
              </a:lnSpc>
              <a:buFont typeface="Arial" panose="020B0604020202020204" pitchFamily="34" charset="0"/>
              <a:buChar char="•"/>
            </a:pPr>
            <a:r>
              <a:rPr lang="es-MX" sz="1600" b="0" i="0" dirty="0">
                <a:effectLst/>
                <a:latin typeface="Roboto" panose="02000000000000000000" pitchFamily="2" charset="0"/>
                <a:ea typeface="Roboto" panose="02000000000000000000" pitchFamily="2" charset="0"/>
                <a:cs typeface="Roboto" panose="02000000000000000000" pitchFamily="2" charset="0"/>
              </a:rPr>
              <a:t>Enfoque en eficiencia y calidad.</a:t>
            </a:r>
          </a:p>
          <a:p>
            <a:pPr algn="l">
              <a:lnSpc>
                <a:spcPct val="150000"/>
              </a:lnSpc>
              <a:buFont typeface="Arial" panose="020B0604020202020204" pitchFamily="34" charset="0"/>
              <a:buChar char="•"/>
            </a:pPr>
            <a:r>
              <a:rPr lang="es-MX" sz="1600" b="0" i="0" dirty="0">
                <a:effectLst/>
                <a:latin typeface="Roboto" panose="02000000000000000000" pitchFamily="2" charset="0"/>
                <a:ea typeface="Roboto" panose="02000000000000000000" pitchFamily="2" charset="0"/>
                <a:cs typeface="Roboto" panose="02000000000000000000" pitchFamily="2" charset="0"/>
              </a:rPr>
              <a:t>Utilizado globalmente.</a:t>
            </a:r>
          </a:p>
          <a:p>
            <a:pPr algn="l">
              <a:lnSpc>
                <a:spcPct val="150000"/>
              </a:lnSpc>
              <a:buFont typeface="Arial" panose="020B0604020202020204" pitchFamily="34" charset="0"/>
              <a:buChar char="•"/>
            </a:pPr>
            <a:r>
              <a:rPr lang="es-MX" sz="1600" b="0" i="0" dirty="0">
                <a:effectLst/>
                <a:latin typeface="Roboto" panose="02000000000000000000" pitchFamily="2" charset="0"/>
                <a:ea typeface="Roboto" panose="02000000000000000000" pitchFamily="2" charset="0"/>
                <a:cs typeface="Roboto" panose="02000000000000000000" pitchFamily="2" charset="0"/>
              </a:rPr>
              <a:t>Impulsa el desarrollo profesional.</a:t>
            </a:r>
          </a:p>
          <a:p>
            <a:pPr eaLnBrk="1" hangingPunct="1">
              <a:lnSpc>
                <a:spcPct val="150000"/>
              </a:lnSpc>
              <a:buFont typeface="Wingdings" panose="05000000000000000000" pitchFamily="2" charset="2"/>
              <a:buChar char="q"/>
            </a:pPr>
            <a:endParaRPr lang="es-MX" altLang="es-MX" sz="3600" dirty="0">
              <a:latin typeface="Roboto" panose="02000000000000000000" pitchFamily="2" charset="0"/>
              <a:ea typeface="Roboto" panose="02000000000000000000" pitchFamily="2" charset="0"/>
              <a:cs typeface="Roboto" panose="02000000000000000000" pitchFamily="2" charset="0"/>
            </a:endParaRPr>
          </a:p>
        </p:txBody>
      </p:sp>
      <p:sp>
        <p:nvSpPr>
          <p:cNvPr id="26" name="AutoShape 26" descr="Administración de Proyectos de TI: Modelo de Administración de ...">
            <a:extLst>
              <a:ext uri="{FF2B5EF4-FFF2-40B4-BE49-F238E27FC236}">
                <a16:creationId xmlns:a16="http://schemas.microsoft.com/office/drawing/2014/main" id="{E147A2AA-97AF-0AF1-FFE9-8A4A459D08D0}"/>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sp>
        <p:nvSpPr>
          <p:cNvPr id="29" name="AutoShape 28" descr="Agile &amp; PMBOK Guide: The Perfect Project Pair | PMI">
            <a:extLst>
              <a:ext uri="{FF2B5EF4-FFF2-40B4-BE49-F238E27FC236}">
                <a16:creationId xmlns:a16="http://schemas.microsoft.com/office/drawing/2014/main" id="{D673C91F-2C06-56BC-3219-ABC91DCBB056}"/>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pic>
        <p:nvPicPr>
          <p:cNvPr id="31" name="Imagen 30">
            <a:extLst>
              <a:ext uri="{FF2B5EF4-FFF2-40B4-BE49-F238E27FC236}">
                <a16:creationId xmlns:a16="http://schemas.microsoft.com/office/drawing/2014/main" id="{948228E0-FD54-4837-6A8E-6B6E71126260}"/>
              </a:ext>
            </a:extLst>
          </p:cNvPr>
          <p:cNvPicPr>
            <a:picLocks noChangeAspect="1"/>
          </p:cNvPicPr>
          <p:nvPr/>
        </p:nvPicPr>
        <p:blipFill>
          <a:blip r:embed="rId3"/>
          <a:stretch>
            <a:fillRect/>
          </a:stretch>
        </p:blipFill>
        <p:spPr>
          <a:xfrm>
            <a:off x="4339058" y="2496910"/>
            <a:ext cx="4711960" cy="247377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BAAAC009-2B6D-6798-B96E-13CC5F60CAC9}"/>
              </a:ext>
            </a:extLst>
          </p:cNvPr>
          <p:cNvSpPr>
            <a:spLocks noGrp="1"/>
          </p:cNvSpPr>
          <p:nvPr>
            <p:ph type="title"/>
          </p:nvPr>
        </p:nvSpPr>
        <p:spPr>
          <a:xfrm>
            <a:off x="2967718" y="99786"/>
            <a:ext cx="6083300" cy="896938"/>
          </a:xfrm>
        </p:spPr>
        <p:txBody>
          <a:bodyPr/>
          <a:lstStyle/>
          <a:p>
            <a:pPr algn="r" eaLnBrk="1" hangingPunct="1"/>
            <a:r>
              <a:rPr lang="es-MX" altLang="es-MX" dirty="0"/>
              <a:t>Introducción</a:t>
            </a:r>
          </a:p>
        </p:txBody>
      </p:sp>
      <p:sp>
        <p:nvSpPr>
          <p:cNvPr id="7171" name="4 Marcador de contenido">
            <a:extLst>
              <a:ext uri="{FF2B5EF4-FFF2-40B4-BE49-F238E27FC236}">
                <a16:creationId xmlns:a16="http://schemas.microsoft.com/office/drawing/2014/main" id="{16548838-E0F0-0464-7E6D-4E935A10BFD9}"/>
              </a:ext>
            </a:extLst>
          </p:cNvPr>
          <p:cNvSpPr>
            <a:spLocks noGrp="1"/>
          </p:cNvSpPr>
          <p:nvPr>
            <p:ph idx="1"/>
          </p:nvPr>
        </p:nvSpPr>
        <p:spPr>
          <a:xfrm>
            <a:off x="0" y="2196192"/>
            <a:ext cx="4260980" cy="4562021"/>
          </a:xfrm>
        </p:spPr>
        <p:txBody>
          <a:bodyPr/>
          <a:lstStyle/>
          <a:p>
            <a:pPr algn="l">
              <a:buFont typeface="Arial" panose="020B0604020202020204" pitchFamily="34" charset="0"/>
              <a:buChar char="•"/>
            </a:pPr>
            <a:r>
              <a:rPr lang="es-MX" sz="1300" b="1" i="0" dirty="0">
                <a:effectLst/>
                <a:latin typeface="Roboto" panose="02000000000000000000" pitchFamily="2" charset="0"/>
                <a:ea typeface="Roboto" panose="02000000000000000000" pitchFamily="2" charset="0"/>
                <a:cs typeface="Roboto" panose="02000000000000000000" pitchFamily="2" charset="0"/>
              </a:rPr>
              <a:t>Identificación y Seguimiento:</a:t>
            </a:r>
            <a:r>
              <a:rPr lang="es-MX" sz="1300" b="0" i="0" dirty="0">
                <a:effectLst/>
                <a:latin typeface="Roboto" panose="02000000000000000000" pitchFamily="2" charset="0"/>
                <a:ea typeface="Roboto" panose="02000000000000000000" pitchFamily="2" charset="0"/>
                <a:cs typeface="Roboto" panose="02000000000000000000" pitchFamily="2" charset="0"/>
              </a:rPr>
              <a:t> Uso de etiquetas RFID para rastreo preciso.</a:t>
            </a:r>
          </a:p>
          <a:p>
            <a:pPr algn="l">
              <a:buFont typeface="Arial" panose="020B0604020202020204" pitchFamily="34" charset="0"/>
              <a:buChar char="•"/>
            </a:pPr>
            <a:r>
              <a:rPr lang="es-MX" sz="1300" b="1" i="0" dirty="0">
                <a:effectLst/>
                <a:latin typeface="Roboto" panose="02000000000000000000" pitchFamily="2" charset="0"/>
                <a:ea typeface="Roboto" panose="02000000000000000000" pitchFamily="2" charset="0"/>
                <a:cs typeface="Roboto" panose="02000000000000000000" pitchFamily="2" charset="0"/>
              </a:rPr>
              <a:t>Recopilación de Datos en Tiempo Real:</a:t>
            </a:r>
            <a:r>
              <a:rPr lang="es-MX" sz="1300" b="0" i="0" dirty="0">
                <a:effectLst/>
                <a:latin typeface="Roboto" panose="02000000000000000000" pitchFamily="2" charset="0"/>
                <a:ea typeface="Roboto" panose="02000000000000000000" pitchFamily="2" charset="0"/>
                <a:cs typeface="Roboto" panose="02000000000000000000" pitchFamily="2" charset="0"/>
              </a:rPr>
              <a:t> Sensores miden variables como temperatura y ubicación.</a:t>
            </a:r>
          </a:p>
          <a:p>
            <a:pPr algn="l">
              <a:buFont typeface="Arial" panose="020B0604020202020204" pitchFamily="34" charset="0"/>
              <a:buChar char="•"/>
            </a:pPr>
            <a:r>
              <a:rPr lang="es-MX" sz="1300" b="1" i="0" dirty="0">
                <a:effectLst/>
                <a:latin typeface="Roboto" panose="02000000000000000000" pitchFamily="2" charset="0"/>
                <a:ea typeface="Roboto" panose="02000000000000000000" pitchFamily="2" charset="0"/>
                <a:cs typeface="Roboto" panose="02000000000000000000" pitchFamily="2" charset="0"/>
              </a:rPr>
              <a:t>Procesamiento y Análisis:</a:t>
            </a:r>
            <a:r>
              <a:rPr lang="es-MX" sz="1300" b="0" i="0" dirty="0">
                <a:effectLst/>
                <a:latin typeface="Roboto" panose="02000000000000000000" pitchFamily="2" charset="0"/>
                <a:ea typeface="Roboto" panose="02000000000000000000" pitchFamily="2" charset="0"/>
                <a:cs typeface="Roboto" panose="02000000000000000000" pitchFamily="2" charset="0"/>
              </a:rPr>
              <a:t> Capacidades de </a:t>
            </a:r>
            <a:r>
              <a:rPr lang="es-MX" sz="1300" b="0" i="0" dirty="0" err="1">
                <a:effectLst/>
                <a:latin typeface="Roboto" panose="02000000000000000000" pitchFamily="2" charset="0"/>
                <a:ea typeface="Roboto" panose="02000000000000000000" pitchFamily="2" charset="0"/>
                <a:cs typeface="Roboto" panose="02000000000000000000" pitchFamily="2" charset="0"/>
              </a:rPr>
              <a:t>edge</a:t>
            </a:r>
            <a:r>
              <a:rPr lang="es-MX" sz="1300" b="0" i="0" dirty="0">
                <a:effectLst/>
                <a:latin typeface="Roboto" panose="02000000000000000000" pitchFamily="2" charset="0"/>
                <a:ea typeface="Roboto" panose="02000000000000000000" pitchFamily="2" charset="0"/>
                <a:cs typeface="Roboto" panose="02000000000000000000" pitchFamily="2" charset="0"/>
              </a:rPr>
              <a:t> </a:t>
            </a:r>
            <a:r>
              <a:rPr lang="es-MX" sz="1300" b="0" i="0" dirty="0" err="1">
                <a:effectLst/>
                <a:latin typeface="Roboto" panose="02000000000000000000" pitchFamily="2" charset="0"/>
                <a:ea typeface="Roboto" panose="02000000000000000000" pitchFamily="2" charset="0"/>
                <a:cs typeface="Roboto" panose="02000000000000000000" pitchFamily="2" charset="0"/>
              </a:rPr>
              <a:t>computing</a:t>
            </a:r>
            <a:r>
              <a:rPr lang="es-MX" sz="1300" b="0" i="0" dirty="0">
                <a:effectLst/>
                <a:latin typeface="Roboto" panose="02000000000000000000" pitchFamily="2" charset="0"/>
                <a:ea typeface="Roboto" panose="02000000000000000000" pitchFamily="2" charset="0"/>
                <a:cs typeface="Roboto" panose="02000000000000000000" pitchFamily="2" charset="0"/>
              </a:rPr>
              <a:t> para análisis inmediato.</a:t>
            </a:r>
          </a:p>
          <a:p>
            <a:pPr algn="l">
              <a:buFont typeface="Arial" panose="020B0604020202020204" pitchFamily="34" charset="0"/>
              <a:buChar char="•"/>
            </a:pPr>
            <a:r>
              <a:rPr lang="es-MX" sz="1300" b="1" i="0" dirty="0">
                <a:effectLst/>
                <a:latin typeface="Roboto" panose="02000000000000000000" pitchFamily="2" charset="0"/>
                <a:ea typeface="Roboto" panose="02000000000000000000" pitchFamily="2" charset="0"/>
                <a:cs typeface="Roboto" panose="02000000000000000000" pitchFamily="2" charset="0"/>
              </a:rPr>
              <a:t>Integración y Escalabilidad:</a:t>
            </a:r>
            <a:r>
              <a:rPr lang="es-MX" sz="1300" b="0" i="0" dirty="0">
                <a:effectLst/>
                <a:latin typeface="Roboto" panose="02000000000000000000" pitchFamily="2" charset="0"/>
                <a:ea typeface="Roboto" panose="02000000000000000000" pitchFamily="2" charset="0"/>
                <a:cs typeface="Roboto" panose="02000000000000000000" pitchFamily="2" charset="0"/>
              </a:rPr>
              <a:t> Fácil integración con sistemas existentes y escalabilidad futura.</a:t>
            </a:r>
          </a:p>
          <a:p>
            <a:pPr algn="l"/>
            <a:r>
              <a:rPr lang="es-MX" sz="1300" b="1" i="0" dirty="0">
                <a:effectLst/>
                <a:latin typeface="Roboto" panose="02000000000000000000" pitchFamily="2" charset="0"/>
                <a:ea typeface="Roboto" panose="02000000000000000000" pitchFamily="2" charset="0"/>
                <a:cs typeface="Roboto" panose="02000000000000000000" pitchFamily="2" charset="0"/>
              </a:rPr>
              <a:t>Beneficios</a:t>
            </a:r>
          </a:p>
          <a:p>
            <a:pPr algn="l">
              <a:buFont typeface="Arial" panose="020B0604020202020204" pitchFamily="34" charset="0"/>
              <a:buChar char="•"/>
            </a:pPr>
            <a:r>
              <a:rPr lang="es-MX" sz="1300" b="1" i="0" dirty="0">
                <a:effectLst/>
                <a:latin typeface="Roboto" panose="02000000000000000000" pitchFamily="2" charset="0"/>
                <a:ea typeface="Roboto" panose="02000000000000000000" pitchFamily="2" charset="0"/>
                <a:cs typeface="Roboto" panose="02000000000000000000" pitchFamily="2" charset="0"/>
              </a:rPr>
              <a:t>Eficiencia Operativa:</a:t>
            </a:r>
            <a:r>
              <a:rPr lang="es-MX" sz="1300" b="0" i="0" dirty="0">
                <a:effectLst/>
                <a:latin typeface="Roboto" panose="02000000000000000000" pitchFamily="2" charset="0"/>
                <a:ea typeface="Roboto" panose="02000000000000000000" pitchFamily="2" charset="0"/>
                <a:cs typeface="Roboto" panose="02000000000000000000" pitchFamily="2" charset="0"/>
              </a:rPr>
              <a:t> Automatización de procesos y reducción de errores.</a:t>
            </a:r>
          </a:p>
          <a:p>
            <a:pPr algn="l">
              <a:buFont typeface="Arial" panose="020B0604020202020204" pitchFamily="34" charset="0"/>
              <a:buChar char="•"/>
            </a:pPr>
            <a:r>
              <a:rPr lang="es-MX" sz="1300" b="1" i="0" dirty="0">
                <a:effectLst/>
                <a:latin typeface="Roboto" panose="02000000000000000000" pitchFamily="2" charset="0"/>
                <a:ea typeface="Roboto" panose="02000000000000000000" pitchFamily="2" charset="0"/>
                <a:cs typeface="Roboto" panose="02000000000000000000" pitchFamily="2" charset="0"/>
              </a:rPr>
              <a:t>Visibilidad:</a:t>
            </a:r>
            <a:r>
              <a:rPr lang="es-MX" sz="1300" b="0" i="0" dirty="0">
                <a:effectLst/>
                <a:latin typeface="Roboto" panose="02000000000000000000" pitchFamily="2" charset="0"/>
                <a:ea typeface="Roboto" panose="02000000000000000000" pitchFamily="2" charset="0"/>
                <a:cs typeface="Roboto" panose="02000000000000000000" pitchFamily="2" charset="0"/>
              </a:rPr>
              <a:t> Mejora en la gestión de inventarios y activos.</a:t>
            </a:r>
          </a:p>
          <a:p>
            <a:pPr algn="l">
              <a:buFont typeface="Arial" panose="020B0604020202020204" pitchFamily="34" charset="0"/>
              <a:buChar char="•"/>
            </a:pPr>
            <a:r>
              <a:rPr lang="es-MX" sz="1300" b="1" i="0" dirty="0">
                <a:effectLst/>
                <a:latin typeface="Roboto" panose="02000000000000000000" pitchFamily="2" charset="0"/>
                <a:ea typeface="Roboto" panose="02000000000000000000" pitchFamily="2" charset="0"/>
                <a:cs typeface="Roboto" panose="02000000000000000000" pitchFamily="2" charset="0"/>
              </a:rPr>
              <a:t>Toma de Decisiones:</a:t>
            </a:r>
            <a:r>
              <a:rPr lang="es-MX" sz="1300" b="0" i="0" dirty="0">
                <a:effectLst/>
                <a:latin typeface="Roboto" panose="02000000000000000000" pitchFamily="2" charset="0"/>
                <a:ea typeface="Roboto" panose="02000000000000000000" pitchFamily="2" charset="0"/>
                <a:cs typeface="Roboto" panose="02000000000000000000" pitchFamily="2" charset="0"/>
              </a:rPr>
              <a:t> Datos precisos para decisiones informadas.</a:t>
            </a:r>
          </a:p>
          <a:p>
            <a:pPr algn="l">
              <a:buFont typeface="Arial" panose="020B0604020202020204" pitchFamily="34" charset="0"/>
              <a:buChar char="•"/>
            </a:pPr>
            <a:r>
              <a:rPr lang="es-MX" sz="1300" b="1" i="0" dirty="0">
                <a:effectLst/>
                <a:latin typeface="Roboto" panose="02000000000000000000" pitchFamily="2" charset="0"/>
                <a:ea typeface="Roboto" panose="02000000000000000000" pitchFamily="2" charset="0"/>
                <a:cs typeface="Roboto" panose="02000000000000000000" pitchFamily="2" charset="0"/>
              </a:rPr>
              <a:t>Reducción de Costos:</a:t>
            </a:r>
            <a:r>
              <a:rPr lang="es-MX" sz="1300" b="0" i="0" dirty="0">
                <a:effectLst/>
                <a:latin typeface="Roboto" panose="02000000000000000000" pitchFamily="2" charset="0"/>
                <a:ea typeface="Roboto" panose="02000000000000000000" pitchFamily="2" charset="0"/>
                <a:cs typeface="Roboto" panose="02000000000000000000" pitchFamily="2" charset="0"/>
              </a:rPr>
              <a:t> Optimización de procesos y disminución de pérdidas.</a:t>
            </a:r>
          </a:p>
          <a:p>
            <a:pPr eaLnBrk="1" hangingPunct="1">
              <a:buFont typeface="Wingdings" panose="05000000000000000000" pitchFamily="2" charset="2"/>
              <a:buChar char="q"/>
            </a:pPr>
            <a:endParaRPr lang="es-MX" altLang="es-MX" sz="1300" dirty="0">
              <a:latin typeface="Roboto" panose="02000000000000000000" pitchFamily="2" charset="0"/>
              <a:ea typeface="Roboto" panose="02000000000000000000" pitchFamily="2" charset="0"/>
              <a:cs typeface="Roboto" panose="02000000000000000000" pitchFamily="2" charset="0"/>
            </a:endParaRPr>
          </a:p>
        </p:txBody>
      </p:sp>
      <p:sp>
        <p:nvSpPr>
          <p:cNvPr id="26" name="AutoShape 26" descr="Administración de Proyectos de TI: Modelo de Administración de ...">
            <a:extLst>
              <a:ext uri="{FF2B5EF4-FFF2-40B4-BE49-F238E27FC236}">
                <a16:creationId xmlns:a16="http://schemas.microsoft.com/office/drawing/2014/main" id="{E147A2AA-97AF-0AF1-FFE9-8A4A459D08D0}"/>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pic>
        <p:nvPicPr>
          <p:cNvPr id="28" name="Imagen 27">
            <a:extLst>
              <a:ext uri="{FF2B5EF4-FFF2-40B4-BE49-F238E27FC236}">
                <a16:creationId xmlns:a16="http://schemas.microsoft.com/office/drawing/2014/main" id="{70A39B09-F99D-0C82-21BF-7A0FF2CF7C52}"/>
              </a:ext>
            </a:extLst>
          </p:cNvPr>
          <p:cNvPicPr>
            <a:picLocks noChangeAspect="1"/>
          </p:cNvPicPr>
          <p:nvPr/>
        </p:nvPicPr>
        <p:blipFill>
          <a:blip r:embed="rId3"/>
          <a:stretch>
            <a:fillRect/>
          </a:stretch>
        </p:blipFill>
        <p:spPr>
          <a:xfrm rot="3182112">
            <a:off x="3928717" y="1969073"/>
            <a:ext cx="5305032" cy="2919854"/>
          </a:xfrm>
          <a:prstGeom prst="rect">
            <a:avLst/>
          </a:prstGeom>
        </p:spPr>
      </p:pic>
      <p:pic>
        <p:nvPicPr>
          <p:cNvPr id="3" name="Imagen 2">
            <a:extLst>
              <a:ext uri="{FF2B5EF4-FFF2-40B4-BE49-F238E27FC236}">
                <a16:creationId xmlns:a16="http://schemas.microsoft.com/office/drawing/2014/main" id="{006B433D-F39D-85EC-DD3B-F9F0D12C6ED0}"/>
              </a:ext>
            </a:extLst>
          </p:cNvPr>
          <p:cNvPicPr>
            <a:picLocks noChangeAspect="1"/>
          </p:cNvPicPr>
          <p:nvPr/>
        </p:nvPicPr>
        <p:blipFill>
          <a:blip r:embed="rId4"/>
          <a:stretch>
            <a:fillRect/>
          </a:stretch>
        </p:blipFill>
        <p:spPr>
          <a:xfrm>
            <a:off x="-105747" y="-116988"/>
            <a:ext cx="1821380" cy="1821380"/>
          </a:xfrm>
          <a:prstGeom prst="ellipse">
            <a:avLst/>
          </a:prstGeom>
          <a:ln>
            <a:noFill/>
          </a:ln>
          <a:effectLst>
            <a:softEdge rad="112500"/>
          </a:effectLst>
        </p:spPr>
      </p:pic>
    </p:spTree>
    <p:extLst>
      <p:ext uri="{BB962C8B-B14F-4D97-AF65-F5344CB8AC3E}">
        <p14:creationId xmlns:p14="http://schemas.microsoft.com/office/powerpoint/2010/main" val="3368539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5FD16725-8223-D993-A481-429E62CB64AE}"/>
              </a:ext>
            </a:extLst>
          </p:cNvPr>
          <p:cNvSpPr>
            <a:spLocks noGrp="1"/>
          </p:cNvSpPr>
          <p:nvPr>
            <p:ph type="title"/>
          </p:nvPr>
        </p:nvSpPr>
        <p:spPr>
          <a:xfrm>
            <a:off x="939800" y="150954"/>
            <a:ext cx="7575550" cy="896938"/>
          </a:xfrm>
        </p:spPr>
        <p:txBody>
          <a:bodyPr/>
          <a:lstStyle/>
          <a:p>
            <a:pPr algn="r" eaLnBrk="1" hangingPunct="1"/>
            <a:r>
              <a:rPr lang="es-MX" altLang="es-MX" dirty="0"/>
              <a:t>Marco Teórico</a:t>
            </a:r>
          </a:p>
        </p:txBody>
      </p:sp>
      <p:graphicFrame>
        <p:nvGraphicFramePr>
          <p:cNvPr id="7" name="Diagrama 6">
            <a:extLst>
              <a:ext uri="{FF2B5EF4-FFF2-40B4-BE49-F238E27FC236}">
                <a16:creationId xmlns:a16="http://schemas.microsoft.com/office/drawing/2014/main" id="{A5E1449E-3CB6-05EB-6A6B-2432ABF18570}"/>
              </a:ext>
            </a:extLst>
          </p:cNvPr>
          <p:cNvGraphicFramePr/>
          <p:nvPr>
            <p:extLst>
              <p:ext uri="{D42A27DB-BD31-4B8C-83A1-F6EECF244321}">
                <p14:modId xmlns:p14="http://schemas.microsoft.com/office/powerpoint/2010/main" val="3278607002"/>
              </p:ext>
            </p:extLst>
          </p:nvPr>
        </p:nvGraphicFramePr>
        <p:xfrm>
          <a:off x="939799" y="1219200"/>
          <a:ext cx="8005025" cy="51906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1 Título">
            <a:extLst>
              <a:ext uri="{FF2B5EF4-FFF2-40B4-BE49-F238E27FC236}">
                <a16:creationId xmlns:a16="http://schemas.microsoft.com/office/drawing/2014/main" id="{FA6745BB-BE93-E45A-B6F9-A8AC6AE162FE}"/>
              </a:ext>
            </a:extLst>
          </p:cNvPr>
          <p:cNvSpPr>
            <a:spLocks noGrp="1"/>
          </p:cNvSpPr>
          <p:nvPr>
            <p:ph type="title"/>
          </p:nvPr>
        </p:nvSpPr>
        <p:spPr>
          <a:xfrm>
            <a:off x="2339754" y="117695"/>
            <a:ext cx="6686550" cy="1364763"/>
          </a:xfrm>
        </p:spPr>
        <p:txBody>
          <a:bodyPr/>
          <a:lstStyle/>
          <a:p>
            <a:pPr algn="r" eaLnBrk="1" hangingPunct="1"/>
            <a:r>
              <a:rPr lang="es-MX" altLang="es-MX" dirty="0">
                <a:latin typeface="Roboto" panose="02000000000000000000" pitchFamily="2" charset="0"/>
                <a:ea typeface="Roboto" panose="02000000000000000000" pitchFamily="2" charset="0"/>
                <a:cs typeface="Roboto" panose="02000000000000000000" pitchFamily="2" charset="0"/>
              </a:rPr>
              <a:t>Datos de la Organización</a:t>
            </a:r>
          </a:p>
        </p:txBody>
      </p:sp>
      <p:graphicFrame>
        <p:nvGraphicFramePr>
          <p:cNvPr id="9" name="Diagrama 8">
            <a:extLst>
              <a:ext uri="{FF2B5EF4-FFF2-40B4-BE49-F238E27FC236}">
                <a16:creationId xmlns:a16="http://schemas.microsoft.com/office/drawing/2014/main" id="{ECA85D2A-176D-20C0-88F2-0770F56E6913}"/>
              </a:ext>
            </a:extLst>
          </p:cNvPr>
          <p:cNvGraphicFramePr/>
          <p:nvPr>
            <p:extLst>
              <p:ext uri="{D42A27DB-BD31-4B8C-83A1-F6EECF244321}">
                <p14:modId xmlns:p14="http://schemas.microsoft.com/office/powerpoint/2010/main" val="314067742"/>
              </p:ext>
            </p:extLst>
          </p:nvPr>
        </p:nvGraphicFramePr>
        <p:xfrm>
          <a:off x="4255128" y="1240325"/>
          <a:ext cx="4771175" cy="52238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Imagen 10">
            <a:extLst>
              <a:ext uri="{FF2B5EF4-FFF2-40B4-BE49-F238E27FC236}">
                <a16:creationId xmlns:a16="http://schemas.microsoft.com/office/drawing/2014/main" id="{E3AE3ED8-9204-6388-F583-6DC7660C65FA}"/>
              </a:ext>
            </a:extLst>
          </p:cNvPr>
          <p:cNvPicPr>
            <a:picLocks noChangeAspect="1"/>
          </p:cNvPicPr>
          <p:nvPr/>
        </p:nvPicPr>
        <p:blipFill>
          <a:blip r:embed="rId7"/>
          <a:stretch>
            <a:fillRect/>
          </a:stretch>
        </p:blipFill>
        <p:spPr>
          <a:xfrm>
            <a:off x="-1" y="2082297"/>
            <a:ext cx="4101219" cy="410121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1 Título">
            <a:extLst>
              <a:ext uri="{FF2B5EF4-FFF2-40B4-BE49-F238E27FC236}">
                <a16:creationId xmlns:a16="http://schemas.microsoft.com/office/drawing/2014/main" id="{17F39E6B-3678-30E7-8896-0F1BDC828B3B}"/>
              </a:ext>
            </a:extLst>
          </p:cNvPr>
          <p:cNvSpPr>
            <a:spLocks noGrp="1"/>
          </p:cNvSpPr>
          <p:nvPr>
            <p:ph type="title"/>
          </p:nvPr>
        </p:nvSpPr>
        <p:spPr>
          <a:xfrm>
            <a:off x="1584356" y="317657"/>
            <a:ext cx="7269933" cy="868347"/>
          </a:xfrm>
        </p:spPr>
        <p:txBody>
          <a:bodyPr/>
          <a:lstStyle/>
          <a:p>
            <a:pPr algn="r" eaLnBrk="1" hangingPunct="1"/>
            <a:r>
              <a:rPr lang="es-MX" altLang="es-MX" dirty="0"/>
              <a:t>Información del Proyecto</a:t>
            </a:r>
            <a:br>
              <a:rPr lang="es-MX" altLang="es-MX" dirty="0"/>
            </a:br>
            <a:endParaRPr lang="es-MX" altLang="es-MX" dirty="0"/>
          </a:p>
        </p:txBody>
      </p:sp>
      <p:graphicFrame>
        <p:nvGraphicFramePr>
          <p:cNvPr id="2" name="Diagrama 1">
            <a:extLst>
              <a:ext uri="{FF2B5EF4-FFF2-40B4-BE49-F238E27FC236}">
                <a16:creationId xmlns:a16="http://schemas.microsoft.com/office/drawing/2014/main" id="{35E8E4B3-A91A-A2FA-DD9B-F7803005CA0C}"/>
              </a:ext>
            </a:extLst>
          </p:cNvPr>
          <p:cNvGraphicFramePr/>
          <p:nvPr>
            <p:extLst>
              <p:ext uri="{D42A27DB-BD31-4B8C-83A1-F6EECF244321}">
                <p14:modId xmlns:p14="http://schemas.microsoft.com/office/powerpoint/2010/main" val="56136644"/>
              </p:ext>
            </p:extLst>
          </p:nvPr>
        </p:nvGraphicFramePr>
        <p:xfrm>
          <a:off x="2574201" y="1249378"/>
          <a:ext cx="6280087" cy="47729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Imagen 3">
            <a:extLst>
              <a:ext uri="{FF2B5EF4-FFF2-40B4-BE49-F238E27FC236}">
                <a16:creationId xmlns:a16="http://schemas.microsoft.com/office/drawing/2014/main" id="{CC226DC0-5987-D64C-D2DF-8169F6C1B6A8}"/>
              </a:ext>
            </a:extLst>
          </p:cNvPr>
          <p:cNvPicPr>
            <a:picLocks noChangeAspect="1"/>
          </p:cNvPicPr>
          <p:nvPr/>
        </p:nvPicPr>
        <p:blipFill>
          <a:blip r:embed="rId7"/>
          <a:stretch>
            <a:fillRect/>
          </a:stretch>
        </p:blipFill>
        <p:spPr>
          <a:xfrm>
            <a:off x="-723146" y="-774071"/>
            <a:ext cx="2467068" cy="2467068"/>
          </a:xfrm>
          <a:prstGeom prst="ellipse">
            <a:avLst/>
          </a:prstGeom>
          <a:ln>
            <a:noFill/>
          </a:ln>
          <a:effectLst>
            <a:softEdge rad="112500"/>
          </a:effectLst>
        </p:spPr>
      </p:pic>
      <p:pic>
        <p:nvPicPr>
          <p:cNvPr id="5" name="Picture 4" descr="AIが最適ルート判断する「オンデマンドバス」 大阪で社会実験スタート - SankeiBiz（サンケイビズ）：自分を磨く経済情報サイト">
            <a:extLst>
              <a:ext uri="{FF2B5EF4-FFF2-40B4-BE49-F238E27FC236}">
                <a16:creationId xmlns:a16="http://schemas.microsoft.com/office/drawing/2014/main" id="{0365A234-E6D8-624C-92FD-0E5BFD6662BD}"/>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7658" t="4566" r="1763" b="13261"/>
          <a:stretch/>
        </p:blipFill>
        <p:spPr bwMode="auto">
          <a:xfrm>
            <a:off x="115961" y="4096957"/>
            <a:ext cx="1857560" cy="1123452"/>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6" name="Picture 2" descr="Miami implementa pagos contactless en trenes | Mundo Contact">
            <a:extLst>
              <a:ext uri="{FF2B5EF4-FFF2-40B4-BE49-F238E27FC236}">
                <a16:creationId xmlns:a16="http://schemas.microsoft.com/office/drawing/2014/main" id="{5533D4D3-2E96-CB74-1B4C-C6D1E7CD856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5961" y="5727402"/>
            <a:ext cx="1710909" cy="1043149"/>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7" name="Picture 2" descr="“No podemos llamar sistema de transporte público a lo que funciona ...">
            <a:extLst>
              <a:ext uri="{FF2B5EF4-FFF2-40B4-BE49-F238E27FC236}">
                <a16:creationId xmlns:a16="http://schemas.microsoft.com/office/drawing/2014/main" id="{CC2DDFB8-6D8C-9F52-E819-0A478E9FF776}"/>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r="58003"/>
          <a:stretch/>
        </p:blipFill>
        <p:spPr bwMode="auto">
          <a:xfrm>
            <a:off x="289712" y="2114988"/>
            <a:ext cx="1225879" cy="152778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1 Título">
            <a:extLst>
              <a:ext uri="{FF2B5EF4-FFF2-40B4-BE49-F238E27FC236}">
                <a16:creationId xmlns:a16="http://schemas.microsoft.com/office/drawing/2014/main" id="{44C86D99-F921-3AE9-8877-58E02370D138}"/>
              </a:ext>
            </a:extLst>
          </p:cNvPr>
          <p:cNvSpPr>
            <a:spLocks noGrp="1"/>
          </p:cNvSpPr>
          <p:nvPr>
            <p:ph type="title"/>
          </p:nvPr>
        </p:nvSpPr>
        <p:spPr>
          <a:xfrm>
            <a:off x="2574201" y="20873"/>
            <a:ext cx="6083300" cy="896938"/>
          </a:xfrm>
        </p:spPr>
        <p:txBody>
          <a:bodyPr/>
          <a:lstStyle/>
          <a:p>
            <a:pPr algn="r" eaLnBrk="1" hangingPunct="1"/>
            <a:r>
              <a:rPr lang="es-MX" altLang="es-MX" dirty="0"/>
              <a:t>Justificación del proyecto</a:t>
            </a:r>
          </a:p>
        </p:txBody>
      </p:sp>
      <p:graphicFrame>
        <p:nvGraphicFramePr>
          <p:cNvPr id="3" name="Diagrama 2">
            <a:extLst>
              <a:ext uri="{FF2B5EF4-FFF2-40B4-BE49-F238E27FC236}">
                <a16:creationId xmlns:a16="http://schemas.microsoft.com/office/drawing/2014/main" id="{15CE300E-0000-A4EE-8231-B2AE5813F778}"/>
              </a:ext>
            </a:extLst>
          </p:cNvPr>
          <p:cNvGraphicFramePr/>
          <p:nvPr>
            <p:extLst>
              <p:ext uri="{D42A27DB-BD31-4B8C-83A1-F6EECF244321}">
                <p14:modId xmlns:p14="http://schemas.microsoft.com/office/powerpoint/2010/main" val="2154997252"/>
              </p:ext>
            </p:extLst>
          </p:nvPr>
        </p:nvGraphicFramePr>
        <p:xfrm>
          <a:off x="2574201" y="1249378"/>
          <a:ext cx="6415890" cy="51333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Imagen 3">
            <a:extLst>
              <a:ext uri="{FF2B5EF4-FFF2-40B4-BE49-F238E27FC236}">
                <a16:creationId xmlns:a16="http://schemas.microsoft.com/office/drawing/2014/main" id="{AA447A4D-F4D4-FD82-B456-46729FC78A73}"/>
              </a:ext>
            </a:extLst>
          </p:cNvPr>
          <p:cNvPicPr>
            <a:picLocks noChangeAspect="1"/>
          </p:cNvPicPr>
          <p:nvPr/>
        </p:nvPicPr>
        <p:blipFill>
          <a:blip r:embed="rId7"/>
          <a:stretch>
            <a:fillRect/>
          </a:stretch>
        </p:blipFill>
        <p:spPr>
          <a:xfrm>
            <a:off x="-723146" y="-774071"/>
            <a:ext cx="2467068" cy="2467068"/>
          </a:xfrm>
          <a:prstGeom prst="ellipse">
            <a:avLst/>
          </a:prstGeom>
          <a:ln>
            <a:noFill/>
          </a:ln>
          <a:effectLst>
            <a:softEdge rad="112500"/>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1 Título">
            <a:extLst>
              <a:ext uri="{FF2B5EF4-FFF2-40B4-BE49-F238E27FC236}">
                <a16:creationId xmlns:a16="http://schemas.microsoft.com/office/drawing/2014/main" id="{C603C8C1-088E-4C1B-E94E-1C17D9D8533D}"/>
              </a:ext>
            </a:extLst>
          </p:cNvPr>
          <p:cNvSpPr>
            <a:spLocks noGrp="1"/>
          </p:cNvSpPr>
          <p:nvPr>
            <p:ph type="title"/>
          </p:nvPr>
        </p:nvSpPr>
        <p:spPr>
          <a:xfrm>
            <a:off x="2413943" y="96634"/>
            <a:ext cx="6083300" cy="896938"/>
          </a:xfrm>
        </p:spPr>
        <p:txBody>
          <a:bodyPr/>
          <a:lstStyle/>
          <a:p>
            <a:pPr algn="r" eaLnBrk="1" hangingPunct="1"/>
            <a:r>
              <a:rPr lang="es-MX" altLang="es-MX" dirty="0"/>
              <a:t>Fase de Inicio</a:t>
            </a:r>
          </a:p>
        </p:txBody>
      </p:sp>
      <p:sp>
        <p:nvSpPr>
          <p:cNvPr id="13315" name="2 Marcador de contenido">
            <a:extLst>
              <a:ext uri="{FF2B5EF4-FFF2-40B4-BE49-F238E27FC236}">
                <a16:creationId xmlns:a16="http://schemas.microsoft.com/office/drawing/2014/main" id="{2D87C2B9-74CC-D411-3BF1-42D00789A865}"/>
              </a:ext>
            </a:extLst>
          </p:cNvPr>
          <p:cNvSpPr>
            <a:spLocks noGrp="1"/>
          </p:cNvSpPr>
          <p:nvPr>
            <p:ph idx="1"/>
          </p:nvPr>
        </p:nvSpPr>
        <p:spPr>
          <a:xfrm>
            <a:off x="3639493" y="1535575"/>
            <a:ext cx="5364743" cy="4294857"/>
          </a:xfrm>
        </p:spPr>
        <p:txBody>
          <a:bodyPr/>
          <a:lstStyle/>
          <a:p>
            <a:pPr>
              <a:lnSpc>
                <a:spcPct val="150000"/>
              </a:lnSpc>
            </a:pPr>
            <a:r>
              <a:rPr lang="es-MX" sz="1800" i="0" dirty="0">
                <a:effectLst/>
                <a:latin typeface="Roboto" panose="02000000000000000000" pitchFamily="2" charset="0"/>
                <a:ea typeface="Roboto" panose="02000000000000000000" pitchFamily="2" charset="0"/>
                <a:cs typeface="Roboto" panose="02000000000000000000" pitchFamily="2" charset="0"/>
              </a:rPr>
              <a:t>Acta de Constitución del Proyecto</a:t>
            </a:r>
          </a:p>
          <a:p>
            <a:pPr>
              <a:lnSpc>
                <a:spcPct val="150000"/>
              </a:lnSpc>
            </a:pPr>
            <a:r>
              <a:rPr lang="es-MX" sz="1800" i="0" dirty="0">
                <a:effectLst/>
                <a:latin typeface="Roboto" panose="02000000000000000000" pitchFamily="2" charset="0"/>
                <a:ea typeface="Roboto" panose="02000000000000000000" pitchFamily="2" charset="0"/>
                <a:cs typeface="Roboto" panose="02000000000000000000" pitchFamily="2" charset="0"/>
              </a:rPr>
              <a:t>Identificación de </a:t>
            </a:r>
            <a:r>
              <a:rPr lang="es-MX" sz="1800" i="0" dirty="0" err="1">
                <a:effectLst/>
                <a:latin typeface="Roboto" panose="02000000000000000000" pitchFamily="2" charset="0"/>
                <a:ea typeface="Roboto" panose="02000000000000000000" pitchFamily="2" charset="0"/>
                <a:cs typeface="Roboto" panose="02000000000000000000" pitchFamily="2" charset="0"/>
              </a:rPr>
              <a:t>Stakeholders</a:t>
            </a:r>
            <a:r>
              <a:rPr lang="es-MX" sz="1800" i="0" dirty="0">
                <a:effectLst/>
                <a:latin typeface="Roboto" panose="02000000000000000000" pitchFamily="2" charset="0"/>
                <a:ea typeface="Roboto" panose="02000000000000000000" pitchFamily="2" charset="0"/>
                <a:cs typeface="Roboto" panose="02000000000000000000" pitchFamily="2" charset="0"/>
              </a:rPr>
              <a:t>.</a:t>
            </a:r>
          </a:p>
          <a:p>
            <a:pPr>
              <a:lnSpc>
                <a:spcPct val="150000"/>
              </a:lnSpc>
            </a:pPr>
            <a:r>
              <a:rPr lang="es-MX" sz="1800" i="0" dirty="0">
                <a:effectLst/>
                <a:latin typeface="Roboto" panose="02000000000000000000" pitchFamily="2" charset="0"/>
                <a:ea typeface="Roboto" panose="02000000000000000000" pitchFamily="2" charset="0"/>
                <a:cs typeface="Roboto" panose="02000000000000000000" pitchFamily="2" charset="0"/>
              </a:rPr>
              <a:t>Análisis de Alcance de Proyecto</a:t>
            </a:r>
          </a:p>
          <a:p>
            <a:pPr>
              <a:lnSpc>
                <a:spcPct val="150000"/>
              </a:lnSpc>
            </a:pPr>
            <a:r>
              <a:rPr lang="es-MX" sz="1800" i="0" dirty="0">
                <a:effectLst/>
                <a:latin typeface="Roboto" panose="02000000000000000000" pitchFamily="2" charset="0"/>
                <a:ea typeface="Roboto" panose="02000000000000000000" pitchFamily="2" charset="0"/>
                <a:cs typeface="Roboto" panose="02000000000000000000" pitchFamily="2" charset="0"/>
              </a:rPr>
              <a:t>Definición de Objetivos y Alcance Preliminar</a:t>
            </a:r>
          </a:p>
          <a:p>
            <a:pPr>
              <a:lnSpc>
                <a:spcPct val="150000"/>
              </a:lnSpc>
            </a:pPr>
            <a:r>
              <a:rPr lang="es-MX" sz="1800" i="0" dirty="0">
                <a:effectLst/>
                <a:latin typeface="Roboto" panose="02000000000000000000" pitchFamily="2" charset="0"/>
                <a:ea typeface="Roboto" panose="02000000000000000000" pitchFamily="2" charset="0"/>
                <a:cs typeface="Roboto" panose="02000000000000000000" pitchFamily="2" charset="0"/>
              </a:rPr>
              <a:t>Identificación de Riesgos Preliminares</a:t>
            </a:r>
          </a:p>
          <a:p>
            <a:pPr>
              <a:lnSpc>
                <a:spcPct val="150000"/>
              </a:lnSpc>
            </a:pPr>
            <a:r>
              <a:rPr lang="es-MX" sz="1800" i="0" dirty="0">
                <a:effectLst/>
                <a:latin typeface="Roboto" panose="02000000000000000000" pitchFamily="2" charset="0"/>
                <a:ea typeface="Roboto" panose="02000000000000000000" pitchFamily="2" charset="0"/>
                <a:cs typeface="Roboto" panose="02000000000000000000" pitchFamily="2" charset="0"/>
              </a:rPr>
              <a:t>Establecimiento de Estructura de Organización del Proyecto</a:t>
            </a:r>
          </a:p>
          <a:p>
            <a:pPr>
              <a:lnSpc>
                <a:spcPct val="150000"/>
              </a:lnSpc>
            </a:pPr>
            <a:r>
              <a:rPr lang="es-MX" sz="1800" i="0" dirty="0">
                <a:effectLst/>
                <a:latin typeface="Roboto" panose="02000000000000000000" pitchFamily="2" charset="0"/>
                <a:ea typeface="Roboto" panose="02000000000000000000" pitchFamily="2" charset="0"/>
                <a:cs typeface="Roboto" panose="02000000000000000000" pitchFamily="2" charset="0"/>
              </a:rPr>
              <a:t>Planificación Preliminar</a:t>
            </a:r>
            <a:endParaRPr lang="es-MX" altLang="es-MX" sz="1800" dirty="0">
              <a:latin typeface="Roboto" panose="02000000000000000000" pitchFamily="2" charset="0"/>
              <a:ea typeface="Roboto" panose="02000000000000000000" pitchFamily="2" charset="0"/>
              <a:cs typeface="Roboto" panose="02000000000000000000" pitchFamily="2" charset="0"/>
            </a:endParaRPr>
          </a:p>
        </p:txBody>
      </p:sp>
      <p:sp>
        <p:nvSpPr>
          <p:cNvPr id="2" name="AutoShape 2" descr="Ilustración de inicio de proyecto empresarial | Vector Premium">
            <a:extLst>
              <a:ext uri="{FF2B5EF4-FFF2-40B4-BE49-F238E27FC236}">
                <a16:creationId xmlns:a16="http://schemas.microsoft.com/office/drawing/2014/main" id="{5E09C5FC-1872-58CB-E04C-EA8EFAAA5B8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pic>
        <p:nvPicPr>
          <p:cNvPr id="4" name="Imagen 3">
            <a:extLst>
              <a:ext uri="{FF2B5EF4-FFF2-40B4-BE49-F238E27FC236}">
                <a16:creationId xmlns:a16="http://schemas.microsoft.com/office/drawing/2014/main" id="{81504A0C-F5BF-9D41-2C70-1E7AE8993352}"/>
              </a:ext>
            </a:extLst>
          </p:cNvPr>
          <p:cNvPicPr>
            <a:picLocks noChangeAspect="1"/>
          </p:cNvPicPr>
          <p:nvPr/>
        </p:nvPicPr>
        <p:blipFill>
          <a:blip r:embed="rId3"/>
          <a:stretch>
            <a:fillRect/>
          </a:stretch>
        </p:blipFill>
        <p:spPr>
          <a:xfrm>
            <a:off x="0" y="2198933"/>
            <a:ext cx="3460717" cy="3123491"/>
          </a:xfrm>
          <a:prstGeom prst="ellipse">
            <a:avLst/>
          </a:prstGeom>
          <a:ln>
            <a:noFill/>
          </a:ln>
          <a:effectLst>
            <a:softEdge rad="112500"/>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1 Título">
            <a:extLst>
              <a:ext uri="{FF2B5EF4-FFF2-40B4-BE49-F238E27FC236}">
                <a16:creationId xmlns:a16="http://schemas.microsoft.com/office/drawing/2014/main" id="{EA22330F-F5CB-823E-4F55-2A8EE26D8D81}"/>
              </a:ext>
            </a:extLst>
          </p:cNvPr>
          <p:cNvSpPr>
            <a:spLocks noGrp="1"/>
          </p:cNvSpPr>
          <p:nvPr>
            <p:ph type="title"/>
          </p:nvPr>
        </p:nvSpPr>
        <p:spPr>
          <a:xfrm>
            <a:off x="2531638" y="24850"/>
            <a:ext cx="6083300" cy="896938"/>
          </a:xfrm>
        </p:spPr>
        <p:txBody>
          <a:bodyPr/>
          <a:lstStyle/>
          <a:p>
            <a:pPr algn="r" eaLnBrk="1" hangingPunct="1"/>
            <a:r>
              <a:rPr lang="es-MX" altLang="es-MX" dirty="0"/>
              <a:t>Fase de Planificación</a:t>
            </a:r>
          </a:p>
        </p:txBody>
      </p:sp>
      <p:sp>
        <p:nvSpPr>
          <p:cNvPr id="14339" name="2 Marcador de contenido">
            <a:extLst>
              <a:ext uri="{FF2B5EF4-FFF2-40B4-BE49-F238E27FC236}">
                <a16:creationId xmlns:a16="http://schemas.microsoft.com/office/drawing/2014/main" id="{14B2E1FC-5641-1D4E-BCAE-516C0420F832}"/>
              </a:ext>
            </a:extLst>
          </p:cNvPr>
          <p:cNvSpPr>
            <a:spLocks noGrp="1"/>
          </p:cNvSpPr>
          <p:nvPr>
            <p:ph idx="1"/>
          </p:nvPr>
        </p:nvSpPr>
        <p:spPr>
          <a:xfrm>
            <a:off x="3987486" y="841972"/>
            <a:ext cx="5020712" cy="5782947"/>
          </a:xfrm>
        </p:spPr>
        <p:txBody>
          <a:bodyPr/>
          <a:lstStyle/>
          <a:p>
            <a:pPr>
              <a:lnSpc>
                <a:spcPct val="150000"/>
              </a:lnSpc>
            </a:pPr>
            <a:r>
              <a:rPr lang="es-MX" sz="2000" i="0" dirty="0">
                <a:effectLst/>
                <a:latin typeface="Roboto" panose="02000000000000000000" pitchFamily="2" charset="0"/>
                <a:ea typeface="Roboto" panose="02000000000000000000" pitchFamily="2" charset="0"/>
                <a:cs typeface="Roboto" panose="02000000000000000000" pitchFamily="2" charset="0"/>
              </a:rPr>
              <a:t>Definición del Alcance del Proyecto</a:t>
            </a:r>
          </a:p>
          <a:p>
            <a:pPr>
              <a:lnSpc>
                <a:spcPct val="150000"/>
              </a:lnSpc>
            </a:pPr>
            <a:r>
              <a:rPr lang="es-MX" sz="2000" i="0" dirty="0">
                <a:effectLst/>
                <a:latin typeface="Roboto" panose="02000000000000000000" pitchFamily="2" charset="0"/>
                <a:ea typeface="Roboto" panose="02000000000000000000" pitchFamily="2" charset="0"/>
                <a:cs typeface="Roboto" panose="02000000000000000000" pitchFamily="2" charset="0"/>
              </a:rPr>
              <a:t>Creación de la Estructura de Desglose del Trabajo (WBS - </a:t>
            </a:r>
            <a:r>
              <a:rPr lang="es-MX" sz="2000" i="0" dirty="0" err="1">
                <a:effectLst/>
                <a:latin typeface="Roboto" panose="02000000000000000000" pitchFamily="2" charset="0"/>
                <a:ea typeface="Roboto" panose="02000000000000000000" pitchFamily="2" charset="0"/>
                <a:cs typeface="Roboto" panose="02000000000000000000" pitchFamily="2" charset="0"/>
              </a:rPr>
              <a:t>Work</a:t>
            </a:r>
            <a:r>
              <a:rPr lang="es-MX" sz="2000" i="0" dirty="0">
                <a:effectLst/>
                <a:latin typeface="Roboto" panose="02000000000000000000" pitchFamily="2" charset="0"/>
                <a:ea typeface="Roboto" panose="02000000000000000000" pitchFamily="2" charset="0"/>
                <a:cs typeface="Roboto" panose="02000000000000000000" pitchFamily="2" charset="0"/>
              </a:rPr>
              <a:t> </a:t>
            </a:r>
            <a:r>
              <a:rPr lang="es-MX" sz="2000" i="0" dirty="0" err="1">
                <a:effectLst/>
                <a:latin typeface="Roboto" panose="02000000000000000000" pitchFamily="2" charset="0"/>
                <a:ea typeface="Roboto" panose="02000000000000000000" pitchFamily="2" charset="0"/>
                <a:cs typeface="Roboto" panose="02000000000000000000" pitchFamily="2" charset="0"/>
              </a:rPr>
              <a:t>Breakdown</a:t>
            </a:r>
            <a:r>
              <a:rPr lang="es-MX" sz="2000" i="0" dirty="0">
                <a:effectLst/>
                <a:latin typeface="Roboto" panose="02000000000000000000" pitchFamily="2" charset="0"/>
                <a:ea typeface="Roboto" panose="02000000000000000000" pitchFamily="2" charset="0"/>
                <a:cs typeface="Roboto" panose="02000000000000000000" pitchFamily="2" charset="0"/>
              </a:rPr>
              <a:t> </a:t>
            </a:r>
            <a:r>
              <a:rPr lang="es-MX" sz="2000" i="0" dirty="0" err="1">
                <a:effectLst/>
                <a:latin typeface="Roboto" panose="02000000000000000000" pitchFamily="2" charset="0"/>
                <a:ea typeface="Roboto" panose="02000000000000000000" pitchFamily="2" charset="0"/>
                <a:cs typeface="Roboto" panose="02000000000000000000" pitchFamily="2" charset="0"/>
              </a:rPr>
              <a:t>Structure</a:t>
            </a:r>
            <a:r>
              <a:rPr lang="es-MX" sz="2000" i="0" dirty="0">
                <a:effectLst/>
                <a:latin typeface="Roboto" panose="02000000000000000000" pitchFamily="2" charset="0"/>
                <a:ea typeface="Roboto" panose="02000000000000000000" pitchFamily="2" charset="0"/>
                <a:cs typeface="Roboto" panose="02000000000000000000" pitchFamily="2" charset="0"/>
              </a:rPr>
              <a:t>) </a:t>
            </a:r>
          </a:p>
          <a:p>
            <a:pPr>
              <a:lnSpc>
                <a:spcPct val="150000"/>
              </a:lnSpc>
            </a:pPr>
            <a:r>
              <a:rPr lang="es-MX" sz="2000" i="0" dirty="0">
                <a:effectLst/>
                <a:latin typeface="Roboto" panose="02000000000000000000" pitchFamily="2" charset="0"/>
                <a:ea typeface="Roboto" panose="02000000000000000000" pitchFamily="2" charset="0"/>
                <a:cs typeface="Roboto" panose="02000000000000000000" pitchFamily="2" charset="0"/>
              </a:rPr>
              <a:t>Secuenciación de Actividades</a:t>
            </a:r>
          </a:p>
          <a:p>
            <a:pPr>
              <a:lnSpc>
                <a:spcPct val="150000"/>
              </a:lnSpc>
            </a:pPr>
            <a:r>
              <a:rPr lang="es-MX" sz="2000" i="0" dirty="0">
                <a:effectLst/>
                <a:latin typeface="Roboto" panose="02000000000000000000" pitchFamily="2" charset="0"/>
                <a:ea typeface="Roboto" panose="02000000000000000000" pitchFamily="2" charset="0"/>
                <a:cs typeface="Roboto" panose="02000000000000000000" pitchFamily="2" charset="0"/>
              </a:rPr>
              <a:t>Estimación de Recursos</a:t>
            </a:r>
          </a:p>
          <a:p>
            <a:pPr>
              <a:lnSpc>
                <a:spcPct val="150000"/>
              </a:lnSpc>
            </a:pPr>
            <a:r>
              <a:rPr lang="es-MX" sz="2000" i="0" dirty="0">
                <a:effectLst/>
                <a:latin typeface="Roboto" panose="02000000000000000000" pitchFamily="2" charset="0"/>
                <a:ea typeface="Roboto" panose="02000000000000000000" pitchFamily="2" charset="0"/>
                <a:cs typeface="Roboto" panose="02000000000000000000" pitchFamily="2" charset="0"/>
              </a:rPr>
              <a:t>Desarrollo del Cronograma del Proyecto</a:t>
            </a:r>
          </a:p>
          <a:p>
            <a:pPr>
              <a:lnSpc>
                <a:spcPct val="150000"/>
              </a:lnSpc>
            </a:pPr>
            <a:r>
              <a:rPr lang="es-MX" sz="2000" i="0" dirty="0">
                <a:effectLst/>
                <a:latin typeface="Roboto" panose="02000000000000000000" pitchFamily="2" charset="0"/>
                <a:ea typeface="Roboto" panose="02000000000000000000" pitchFamily="2" charset="0"/>
                <a:cs typeface="Roboto" panose="02000000000000000000" pitchFamily="2" charset="0"/>
              </a:rPr>
              <a:t>Planificación de la Gestión de los Riesgos</a:t>
            </a:r>
          </a:p>
          <a:p>
            <a:pPr>
              <a:lnSpc>
                <a:spcPct val="150000"/>
              </a:lnSpc>
            </a:pPr>
            <a:r>
              <a:rPr lang="es-MX" sz="2000" i="0" dirty="0">
                <a:effectLst/>
                <a:latin typeface="Roboto" panose="02000000000000000000" pitchFamily="2" charset="0"/>
                <a:ea typeface="Roboto" panose="02000000000000000000" pitchFamily="2" charset="0"/>
                <a:cs typeface="Roboto" panose="02000000000000000000" pitchFamily="2" charset="0"/>
              </a:rPr>
              <a:t>Desarrollo del Plan de Gestión de Proyecto</a:t>
            </a:r>
            <a:endParaRPr lang="es-MX" altLang="es-MX" sz="2000" dirty="0">
              <a:latin typeface="Roboto" panose="02000000000000000000" pitchFamily="2" charset="0"/>
              <a:ea typeface="Roboto" panose="02000000000000000000" pitchFamily="2" charset="0"/>
              <a:cs typeface="Roboto" panose="02000000000000000000" pitchFamily="2" charset="0"/>
            </a:endParaRPr>
          </a:p>
        </p:txBody>
      </p:sp>
      <p:sp>
        <p:nvSpPr>
          <p:cNvPr id="2" name="AutoShape 2" descr="Top 187+ Imagenes de planificacion - Smartindustry.mx">
            <a:extLst>
              <a:ext uri="{FF2B5EF4-FFF2-40B4-BE49-F238E27FC236}">
                <a16:creationId xmlns:a16="http://schemas.microsoft.com/office/drawing/2014/main" id="{9BED8F72-8958-E8E3-61D9-4997A082D0C7}"/>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pic>
        <p:nvPicPr>
          <p:cNvPr id="4" name="Imagen 3">
            <a:extLst>
              <a:ext uri="{FF2B5EF4-FFF2-40B4-BE49-F238E27FC236}">
                <a16:creationId xmlns:a16="http://schemas.microsoft.com/office/drawing/2014/main" id="{C075EE8E-1DD7-3E9F-7DCB-7A4F1C360BA5}"/>
              </a:ext>
            </a:extLst>
          </p:cNvPr>
          <p:cNvPicPr>
            <a:picLocks noChangeAspect="1"/>
          </p:cNvPicPr>
          <p:nvPr/>
        </p:nvPicPr>
        <p:blipFill>
          <a:blip r:embed="rId2"/>
          <a:stretch>
            <a:fillRect/>
          </a:stretch>
        </p:blipFill>
        <p:spPr>
          <a:xfrm>
            <a:off x="0" y="2525917"/>
            <a:ext cx="3449370" cy="3123501"/>
          </a:xfrm>
          <a:prstGeom prst="ellipse">
            <a:avLst/>
          </a:prstGeom>
          <a:ln>
            <a:noFill/>
          </a:ln>
          <a:effectLst>
            <a:softEdge rad="112500"/>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1 Título">
            <a:extLst>
              <a:ext uri="{FF2B5EF4-FFF2-40B4-BE49-F238E27FC236}">
                <a16:creationId xmlns:a16="http://schemas.microsoft.com/office/drawing/2014/main" id="{81724BFB-A844-7483-8764-DF02B82A4354}"/>
              </a:ext>
            </a:extLst>
          </p:cNvPr>
          <p:cNvSpPr>
            <a:spLocks noGrp="1"/>
          </p:cNvSpPr>
          <p:nvPr>
            <p:ph type="title"/>
          </p:nvPr>
        </p:nvSpPr>
        <p:spPr>
          <a:xfrm>
            <a:off x="2432050" y="793750"/>
            <a:ext cx="6083300" cy="896938"/>
          </a:xfrm>
        </p:spPr>
        <p:txBody>
          <a:bodyPr/>
          <a:lstStyle/>
          <a:p>
            <a:pPr algn="r" eaLnBrk="1" hangingPunct="1"/>
            <a:r>
              <a:rPr lang="es-MX" altLang="es-MX" dirty="0"/>
              <a:t>Link de Gráfica de Gantt</a:t>
            </a:r>
          </a:p>
        </p:txBody>
      </p:sp>
      <p:sp>
        <p:nvSpPr>
          <p:cNvPr id="15363" name="2 Marcador de contenido">
            <a:extLst>
              <a:ext uri="{FF2B5EF4-FFF2-40B4-BE49-F238E27FC236}">
                <a16:creationId xmlns:a16="http://schemas.microsoft.com/office/drawing/2014/main" id="{D9CBD152-52C0-8F57-1508-7EC2652BB71E}"/>
              </a:ext>
            </a:extLst>
          </p:cNvPr>
          <p:cNvSpPr>
            <a:spLocks noGrp="1"/>
          </p:cNvSpPr>
          <p:nvPr>
            <p:ph idx="1"/>
          </p:nvPr>
        </p:nvSpPr>
        <p:spPr>
          <a:xfrm>
            <a:off x="628650" y="2290527"/>
            <a:ext cx="8325227" cy="452673"/>
          </a:xfrm>
        </p:spPr>
        <p:txBody>
          <a:bodyPr/>
          <a:lstStyle/>
          <a:p>
            <a:pPr eaLnBrk="1" hangingPunct="1"/>
            <a:r>
              <a:rPr lang="es-MX" altLang="es-MX" sz="2400" dirty="0">
                <a:hlinkClick r:id="rId2"/>
              </a:rPr>
              <a:t>https://1drv.ms/u/s!AmJC7M_a5eFl3gZ4nxr1Ot-lSKb-?e=Arj7VZ</a:t>
            </a:r>
            <a:endParaRPr lang="es-MX" altLang="es-MX" sz="2400" dirty="0"/>
          </a:p>
          <a:p>
            <a:pPr eaLnBrk="1" hangingPunct="1"/>
            <a:endParaRPr lang="es-MX" altLang="es-MX" sz="2400" dirty="0"/>
          </a:p>
        </p:txBody>
      </p:sp>
      <p:pic>
        <p:nvPicPr>
          <p:cNvPr id="3" name="Imagen 2">
            <a:extLst>
              <a:ext uri="{FF2B5EF4-FFF2-40B4-BE49-F238E27FC236}">
                <a16:creationId xmlns:a16="http://schemas.microsoft.com/office/drawing/2014/main" id="{E15080FA-00BB-FB8D-2E7D-C73EA968613A}"/>
              </a:ext>
            </a:extLst>
          </p:cNvPr>
          <p:cNvPicPr>
            <a:picLocks noChangeAspect="1"/>
          </p:cNvPicPr>
          <p:nvPr/>
        </p:nvPicPr>
        <p:blipFill>
          <a:blip r:embed="rId3"/>
          <a:stretch>
            <a:fillRect/>
          </a:stretch>
        </p:blipFill>
        <p:spPr>
          <a:xfrm>
            <a:off x="2432050" y="2790732"/>
            <a:ext cx="4017475" cy="40174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1 Título">
            <a:extLst>
              <a:ext uri="{FF2B5EF4-FFF2-40B4-BE49-F238E27FC236}">
                <a16:creationId xmlns:a16="http://schemas.microsoft.com/office/drawing/2014/main" id="{F57E5B0C-17AE-03BC-2B6F-B139AFA82B70}"/>
              </a:ext>
            </a:extLst>
          </p:cNvPr>
          <p:cNvSpPr>
            <a:spLocks noGrp="1"/>
          </p:cNvSpPr>
          <p:nvPr>
            <p:ph type="title"/>
          </p:nvPr>
        </p:nvSpPr>
        <p:spPr>
          <a:xfrm>
            <a:off x="2724409" y="0"/>
            <a:ext cx="6083300" cy="541176"/>
          </a:xfrm>
        </p:spPr>
        <p:txBody>
          <a:bodyPr/>
          <a:lstStyle/>
          <a:p>
            <a:pPr algn="r" eaLnBrk="1" hangingPunct="1"/>
            <a:r>
              <a:rPr lang="es-MX" altLang="es-MX" dirty="0"/>
              <a:t>Fase de Ejecución</a:t>
            </a:r>
          </a:p>
        </p:txBody>
      </p:sp>
      <p:sp>
        <p:nvSpPr>
          <p:cNvPr id="16387" name="2 Marcador de contenido">
            <a:extLst>
              <a:ext uri="{FF2B5EF4-FFF2-40B4-BE49-F238E27FC236}">
                <a16:creationId xmlns:a16="http://schemas.microsoft.com/office/drawing/2014/main" id="{88602A94-B8B7-6833-D906-C25333C7FAA2}"/>
              </a:ext>
            </a:extLst>
          </p:cNvPr>
          <p:cNvSpPr>
            <a:spLocks noGrp="1"/>
          </p:cNvSpPr>
          <p:nvPr>
            <p:ph idx="1"/>
          </p:nvPr>
        </p:nvSpPr>
        <p:spPr>
          <a:xfrm>
            <a:off x="3396343" y="690465"/>
            <a:ext cx="5616640" cy="5822301"/>
          </a:xfrm>
        </p:spPr>
        <p:txBody>
          <a:bodyPr/>
          <a:lstStyle/>
          <a:p>
            <a:pPr>
              <a:lnSpc>
                <a:spcPct val="150000"/>
              </a:lnSpc>
            </a:pPr>
            <a:r>
              <a:rPr lang="es-MX" sz="2000" i="0" dirty="0">
                <a:effectLst/>
                <a:latin typeface="Roboto" panose="02000000000000000000" pitchFamily="2" charset="0"/>
                <a:ea typeface="Roboto" panose="02000000000000000000" pitchFamily="2" charset="0"/>
                <a:cs typeface="Roboto" panose="02000000000000000000" pitchFamily="2" charset="0"/>
              </a:rPr>
              <a:t>Definición del Alcance del Proyecto</a:t>
            </a:r>
          </a:p>
          <a:p>
            <a:pPr>
              <a:lnSpc>
                <a:spcPct val="150000"/>
              </a:lnSpc>
            </a:pPr>
            <a:r>
              <a:rPr lang="es-MX" sz="2000" i="0" dirty="0">
                <a:effectLst/>
                <a:latin typeface="Roboto" panose="02000000000000000000" pitchFamily="2" charset="0"/>
                <a:ea typeface="Roboto" panose="02000000000000000000" pitchFamily="2" charset="0"/>
                <a:cs typeface="Roboto" panose="02000000000000000000" pitchFamily="2" charset="0"/>
              </a:rPr>
              <a:t>Creación de la Estructura de Desglose del Trabajo (EDT - WBS)</a:t>
            </a:r>
          </a:p>
          <a:p>
            <a:pPr>
              <a:lnSpc>
                <a:spcPct val="150000"/>
              </a:lnSpc>
            </a:pPr>
            <a:r>
              <a:rPr lang="es-MX" sz="2000" i="0" dirty="0">
                <a:effectLst/>
                <a:latin typeface="Roboto" panose="02000000000000000000" pitchFamily="2" charset="0"/>
                <a:ea typeface="Roboto" panose="02000000000000000000" pitchFamily="2" charset="0"/>
                <a:cs typeface="Roboto" panose="02000000000000000000" pitchFamily="2" charset="0"/>
              </a:rPr>
              <a:t>Secuenciación de Actividades</a:t>
            </a:r>
          </a:p>
          <a:p>
            <a:pPr>
              <a:lnSpc>
                <a:spcPct val="150000"/>
              </a:lnSpc>
            </a:pPr>
            <a:r>
              <a:rPr lang="es-MX" sz="2000" i="0" dirty="0">
                <a:effectLst/>
                <a:latin typeface="Roboto" panose="02000000000000000000" pitchFamily="2" charset="0"/>
                <a:ea typeface="Roboto" panose="02000000000000000000" pitchFamily="2" charset="0"/>
                <a:cs typeface="Roboto" panose="02000000000000000000" pitchFamily="2" charset="0"/>
              </a:rPr>
              <a:t>Estimación de Recursos</a:t>
            </a:r>
          </a:p>
          <a:p>
            <a:pPr>
              <a:lnSpc>
                <a:spcPct val="150000"/>
              </a:lnSpc>
            </a:pPr>
            <a:r>
              <a:rPr lang="es-MX" sz="2000" i="0" dirty="0">
                <a:effectLst/>
                <a:latin typeface="Roboto" panose="02000000000000000000" pitchFamily="2" charset="0"/>
                <a:ea typeface="Roboto" panose="02000000000000000000" pitchFamily="2" charset="0"/>
                <a:cs typeface="Roboto" panose="02000000000000000000" pitchFamily="2" charset="0"/>
              </a:rPr>
              <a:t>Desarrollo del Cronograma del Proyecto</a:t>
            </a:r>
          </a:p>
          <a:p>
            <a:pPr>
              <a:lnSpc>
                <a:spcPct val="150000"/>
              </a:lnSpc>
            </a:pPr>
            <a:r>
              <a:rPr lang="es-MX" sz="2000" i="0" dirty="0">
                <a:effectLst/>
                <a:latin typeface="Roboto" panose="02000000000000000000" pitchFamily="2" charset="0"/>
                <a:ea typeface="Roboto" panose="02000000000000000000" pitchFamily="2" charset="0"/>
                <a:cs typeface="Roboto" panose="02000000000000000000" pitchFamily="2" charset="0"/>
              </a:rPr>
              <a:t>Planificación de la Gestión de los Riesgos</a:t>
            </a:r>
          </a:p>
          <a:p>
            <a:pPr>
              <a:lnSpc>
                <a:spcPct val="150000"/>
              </a:lnSpc>
            </a:pPr>
            <a:r>
              <a:rPr lang="es-MX" sz="2000" i="0" dirty="0">
                <a:effectLst/>
                <a:latin typeface="Roboto" panose="02000000000000000000" pitchFamily="2" charset="0"/>
                <a:ea typeface="Roboto" panose="02000000000000000000" pitchFamily="2" charset="0"/>
                <a:cs typeface="Roboto" panose="02000000000000000000" pitchFamily="2" charset="0"/>
              </a:rPr>
              <a:t>Desarrollo del Plan de Gestión del Proyecto</a:t>
            </a:r>
          </a:p>
          <a:p>
            <a:pPr eaLnBrk="1" hangingPunct="1">
              <a:lnSpc>
                <a:spcPct val="150000"/>
              </a:lnSpc>
            </a:pPr>
            <a:endParaRPr lang="es-MX" altLang="es-MX" sz="2000" dirty="0">
              <a:latin typeface="Roboto" panose="02000000000000000000" pitchFamily="2" charset="0"/>
              <a:ea typeface="Roboto" panose="02000000000000000000" pitchFamily="2" charset="0"/>
              <a:cs typeface="Roboto" panose="02000000000000000000" pitchFamily="2" charset="0"/>
            </a:endParaRPr>
          </a:p>
        </p:txBody>
      </p:sp>
      <p:pic>
        <p:nvPicPr>
          <p:cNvPr id="3" name="Imagen 2">
            <a:extLst>
              <a:ext uri="{FF2B5EF4-FFF2-40B4-BE49-F238E27FC236}">
                <a16:creationId xmlns:a16="http://schemas.microsoft.com/office/drawing/2014/main" id="{CE7C57CA-DE02-FB65-9FBD-B59DF69F9FD4}"/>
              </a:ext>
            </a:extLst>
          </p:cNvPr>
          <p:cNvPicPr>
            <a:picLocks noChangeAspect="1"/>
          </p:cNvPicPr>
          <p:nvPr/>
        </p:nvPicPr>
        <p:blipFill>
          <a:blip r:embed="rId3"/>
          <a:stretch>
            <a:fillRect/>
          </a:stretch>
        </p:blipFill>
        <p:spPr>
          <a:xfrm>
            <a:off x="131017" y="2092639"/>
            <a:ext cx="2830155" cy="2236765"/>
          </a:xfrm>
          <a:prstGeom prst="ellipse">
            <a:avLst/>
          </a:prstGeom>
          <a:ln>
            <a:noFill/>
          </a:ln>
          <a:effectLst>
            <a:softEdge rad="112500"/>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1 Título">
            <a:extLst>
              <a:ext uri="{FF2B5EF4-FFF2-40B4-BE49-F238E27FC236}">
                <a16:creationId xmlns:a16="http://schemas.microsoft.com/office/drawing/2014/main" id="{8ED0DF85-0857-EAAD-3B3A-CEEDA136DAFC}"/>
              </a:ext>
            </a:extLst>
          </p:cNvPr>
          <p:cNvSpPr>
            <a:spLocks noGrp="1"/>
          </p:cNvSpPr>
          <p:nvPr>
            <p:ph type="title"/>
          </p:nvPr>
        </p:nvSpPr>
        <p:spPr>
          <a:xfrm>
            <a:off x="735466" y="0"/>
            <a:ext cx="8215312" cy="485192"/>
          </a:xfrm>
        </p:spPr>
        <p:txBody>
          <a:bodyPr/>
          <a:lstStyle/>
          <a:p>
            <a:pPr algn="r" eaLnBrk="1" hangingPunct="1"/>
            <a:r>
              <a:rPr lang="es-MX" altLang="es-MX" dirty="0"/>
              <a:t>Fase de Monitoreo y Control</a:t>
            </a:r>
          </a:p>
        </p:txBody>
      </p:sp>
      <p:sp>
        <p:nvSpPr>
          <p:cNvPr id="17411" name="2 Marcador de contenido">
            <a:extLst>
              <a:ext uri="{FF2B5EF4-FFF2-40B4-BE49-F238E27FC236}">
                <a16:creationId xmlns:a16="http://schemas.microsoft.com/office/drawing/2014/main" id="{E8A3F46A-EACF-67ED-72E1-154196DB2CAF}"/>
              </a:ext>
            </a:extLst>
          </p:cNvPr>
          <p:cNvSpPr>
            <a:spLocks noGrp="1"/>
          </p:cNvSpPr>
          <p:nvPr>
            <p:ph idx="1"/>
          </p:nvPr>
        </p:nvSpPr>
        <p:spPr>
          <a:xfrm>
            <a:off x="4211215" y="933061"/>
            <a:ext cx="4516018" cy="5778759"/>
          </a:xfrm>
        </p:spPr>
        <p:txBody>
          <a:bodyPr/>
          <a:lstStyle/>
          <a:p>
            <a:pPr>
              <a:lnSpc>
                <a:spcPct val="150000"/>
              </a:lnSpc>
            </a:pPr>
            <a:r>
              <a:rPr lang="es-MX" sz="2000" i="0" dirty="0">
                <a:effectLst/>
                <a:latin typeface="Roboto" panose="02000000000000000000" pitchFamily="2" charset="0"/>
                <a:ea typeface="Roboto" panose="02000000000000000000" pitchFamily="2" charset="0"/>
                <a:cs typeface="Roboto" panose="02000000000000000000" pitchFamily="2" charset="0"/>
              </a:rPr>
              <a:t>Seguimiento del Desempeño del Proyecto</a:t>
            </a:r>
          </a:p>
          <a:p>
            <a:pPr>
              <a:lnSpc>
                <a:spcPct val="150000"/>
              </a:lnSpc>
            </a:pPr>
            <a:r>
              <a:rPr lang="es-MX" sz="2000" i="0" dirty="0">
                <a:effectLst/>
                <a:latin typeface="Roboto" panose="02000000000000000000" pitchFamily="2" charset="0"/>
                <a:ea typeface="Roboto" panose="02000000000000000000" pitchFamily="2" charset="0"/>
                <a:cs typeface="Roboto" panose="02000000000000000000" pitchFamily="2" charset="0"/>
              </a:rPr>
              <a:t>Control del Alcance del Proyecto</a:t>
            </a:r>
          </a:p>
          <a:p>
            <a:pPr>
              <a:lnSpc>
                <a:spcPct val="150000"/>
              </a:lnSpc>
            </a:pPr>
            <a:r>
              <a:rPr lang="es-MX" sz="2000" i="0" dirty="0">
                <a:effectLst/>
                <a:latin typeface="Roboto" panose="02000000000000000000" pitchFamily="2" charset="0"/>
                <a:ea typeface="Roboto" panose="02000000000000000000" pitchFamily="2" charset="0"/>
                <a:cs typeface="Roboto" panose="02000000000000000000" pitchFamily="2" charset="0"/>
              </a:rPr>
              <a:t>Control del Cronograma del Proyecto</a:t>
            </a:r>
          </a:p>
          <a:p>
            <a:pPr>
              <a:lnSpc>
                <a:spcPct val="150000"/>
              </a:lnSpc>
            </a:pPr>
            <a:r>
              <a:rPr lang="es-MX" sz="2000" i="0" dirty="0">
                <a:effectLst/>
                <a:latin typeface="Roboto" panose="02000000000000000000" pitchFamily="2" charset="0"/>
                <a:ea typeface="Roboto" panose="02000000000000000000" pitchFamily="2" charset="0"/>
                <a:cs typeface="Roboto" panose="02000000000000000000" pitchFamily="2" charset="0"/>
              </a:rPr>
              <a:t>Control de Costos del Proyecto</a:t>
            </a:r>
          </a:p>
          <a:p>
            <a:pPr>
              <a:lnSpc>
                <a:spcPct val="150000"/>
              </a:lnSpc>
            </a:pPr>
            <a:r>
              <a:rPr lang="es-MX" sz="2000" i="0" dirty="0">
                <a:effectLst/>
                <a:latin typeface="Roboto" panose="02000000000000000000" pitchFamily="2" charset="0"/>
                <a:ea typeface="Roboto" panose="02000000000000000000" pitchFamily="2" charset="0"/>
                <a:cs typeface="Roboto" panose="02000000000000000000" pitchFamily="2" charset="0"/>
              </a:rPr>
              <a:t>Gestión de Calidad del Proyecto</a:t>
            </a:r>
          </a:p>
          <a:p>
            <a:pPr>
              <a:lnSpc>
                <a:spcPct val="150000"/>
              </a:lnSpc>
            </a:pPr>
            <a:r>
              <a:rPr lang="es-MX" sz="2000" i="0" dirty="0">
                <a:effectLst/>
                <a:latin typeface="Roboto" panose="02000000000000000000" pitchFamily="2" charset="0"/>
                <a:ea typeface="Roboto" panose="02000000000000000000" pitchFamily="2" charset="0"/>
                <a:cs typeface="Roboto" panose="02000000000000000000" pitchFamily="2" charset="0"/>
              </a:rPr>
              <a:t>Gestión de Riesgos del Proyecto</a:t>
            </a:r>
          </a:p>
          <a:p>
            <a:pPr>
              <a:lnSpc>
                <a:spcPct val="150000"/>
              </a:lnSpc>
            </a:pPr>
            <a:r>
              <a:rPr lang="es-MX" sz="2000" i="0" dirty="0">
                <a:effectLst/>
                <a:latin typeface="Roboto" panose="02000000000000000000" pitchFamily="2" charset="0"/>
                <a:ea typeface="Roboto" panose="02000000000000000000" pitchFamily="2" charset="0"/>
                <a:cs typeface="Roboto" panose="02000000000000000000" pitchFamily="2" charset="0"/>
              </a:rPr>
              <a:t>Comunicación del Estado del Proyecto</a:t>
            </a:r>
            <a:endParaRPr lang="es-MX" altLang="es-MX" sz="2000" dirty="0">
              <a:latin typeface="Roboto" panose="02000000000000000000" pitchFamily="2" charset="0"/>
              <a:ea typeface="Roboto" panose="02000000000000000000" pitchFamily="2" charset="0"/>
              <a:cs typeface="Roboto" panose="02000000000000000000" pitchFamily="2" charset="0"/>
            </a:endParaRPr>
          </a:p>
        </p:txBody>
      </p:sp>
      <p:pic>
        <p:nvPicPr>
          <p:cNvPr id="3" name="Imagen 2">
            <a:extLst>
              <a:ext uri="{FF2B5EF4-FFF2-40B4-BE49-F238E27FC236}">
                <a16:creationId xmlns:a16="http://schemas.microsoft.com/office/drawing/2014/main" id="{D2278928-BF6E-F4DA-8A23-85AB88713036}"/>
              </a:ext>
            </a:extLst>
          </p:cNvPr>
          <p:cNvPicPr>
            <a:picLocks noChangeAspect="1"/>
          </p:cNvPicPr>
          <p:nvPr/>
        </p:nvPicPr>
        <p:blipFill>
          <a:blip r:embed="rId2"/>
          <a:stretch>
            <a:fillRect/>
          </a:stretch>
        </p:blipFill>
        <p:spPr>
          <a:xfrm>
            <a:off x="180392" y="2369975"/>
            <a:ext cx="2811624" cy="2464691"/>
          </a:xfrm>
          <a:prstGeom prst="ellipse">
            <a:avLst/>
          </a:prstGeom>
          <a:ln>
            <a:noFill/>
          </a:ln>
          <a:effectLst>
            <a:softEdge rad="112500"/>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1 Título">
            <a:extLst>
              <a:ext uri="{FF2B5EF4-FFF2-40B4-BE49-F238E27FC236}">
                <a16:creationId xmlns:a16="http://schemas.microsoft.com/office/drawing/2014/main" id="{4F339880-5E06-E2E9-3840-BC41AAE8B8F8}"/>
              </a:ext>
            </a:extLst>
          </p:cNvPr>
          <p:cNvSpPr>
            <a:spLocks noGrp="1"/>
          </p:cNvSpPr>
          <p:nvPr>
            <p:ph type="title"/>
          </p:nvPr>
        </p:nvSpPr>
        <p:spPr>
          <a:xfrm>
            <a:off x="464344" y="0"/>
            <a:ext cx="8215312" cy="525101"/>
          </a:xfrm>
        </p:spPr>
        <p:txBody>
          <a:bodyPr/>
          <a:lstStyle/>
          <a:p>
            <a:pPr algn="r" eaLnBrk="1" hangingPunct="1"/>
            <a:r>
              <a:rPr lang="es-MX" altLang="es-MX" dirty="0"/>
              <a:t>Fase de Cierre</a:t>
            </a:r>
          </a:p>
        </p:txBody>
      </p:sp>
      <p:sp>
        <p:nvSpPr>
          <p:cNvPr id="18435" name="2 Marcador de contenido">
            <a:extLst>
              <a:ext uri="{FF2B5EF4-FFF2-40B4-BE49-F238E27FC236}">
                <a16:creationId xmlns:a16="http://schemas.microsoft.com/office/drawing/2014/main" id="{F7D9B1C0-E188-9681-E80C-612F91E558BD}"/>
              </a:ext>
            </a:extLst>
          </p:cNvPr>
          <p:cNvSpPr>
            <a:spLocks noGrp="1"/>
          </p:cNvSpPr>
          <p:nvPr>
            <p:ph idx="1"/>
          </p:nvPr>
        </p:nvSpPr>
        <p:spPr>
          <a:xfrm>
            <a:off x="4888871" y="1222217"/>
            <a:ext cx="4115365" cy="5323437"/>
          </a:xfrm>
        </p:spPr>
        <p:txBody>
          <a:bodyPr/>
          <a:lstStyle/>
          <a:p>
            <a:pPr>
              <a:lnSpc>
                <a:spcPct val="150000"/>
              </a:lnSpc>
            </a:pPr>
            <a:r>
              <a:rPr lang="es-MX" sz="1800" i="0" dirty="0">
                <a:effectLst/>
                <a:latin typeface="Roboto" panose="02000000000000000000" pitchFamily="2" charset="0"/>
                <a:ea typeface="Roboto" panose="02000000000000000000" pitchFamily="2" charset="0"/>
                <a:cs typeface="Roboto" panose="02000000000000000000" pitchFamily="2" charset="0"/>
              </a:rPr>
              <a:t>Finalización de Entregables</a:t>
            </a:r>
          </a:p>
          <a:p>
            <a:pPr>
              <a:lnSpc>
                <a:spcPct val="150000"/>
              </a:lnSpc>
            </a:pPr>
            <a:r>
              <a:rPr lang="es-MX" sz="1800" i="0" dirty="0">
                <a:effectLst/>
                <a:latin typeface="Roboto" panose="02000000000000000000" pitchFamily="2" charset="0"/>
                <a:ea typeface="Roboto" panose="02000000000000000000" pitchFamily="2" charset="0"/>
                <a:cs typeface="Roboto" panose="02000000000000000000" pitchFamily="2" charset="0"/>
              </a:rPr>
              <a:t>Formalización de la Aceptación del Cliente</a:t>
            </a:r>
          </a:p>
          <a:p>
            <a:pPr>
              <a:lnSpc>
                <a:spcPct val="150000"/>
              </a:lnSpc>
            </a:pPr>
            <a:r>
              <a:rPr lang="es-MX" sz="1800" i="0" dirty="0">
                <a:effectLst/>
                <a:latin typeface="Roboto" panose="02000000000000000000" pitchFamily="2" charset="0"/>
                <a:ea typeface="Roboto" panose="02000000000000000000" pitchFamily="2" charset="0"/>
                <a:cs typeface="Roboto" panose="02000000000000000000" pitchFamily="2" charset="0"/>
              </a:rPr>
              <a:t>Cierre Administrativo</a:t>
            </a:r>
          </a:p>
          <a:p>
            <a:pPr>
              <a:lnSpc>
                <a:spcPct val="150000"/>
              </a:lnSpc>
            </a:pPr>
            <a:r>
              <a:rPr lang="es-MX" sz="1800" i="0" dirty="0">
                <a:effectLst/>
                <a:latin typeface="Roboto" panose="02000000000000000000" pitchFamily="2" charset="0"/>
                <a:ea typeface="Roboto" panose="02000000000000000000" pitchFamily="2" charset="0"/>
                <a:cs typeface="Roboto" panose="02000000000000000000" pitchFamily="2" charset="0"/>
              </a:rPr>
              <a:t>Transferencia de Conocimiento</a:t>
            </a:r>
          </a:p>
          <a:p>
            <a:pPr>
              <a:lnSpc>
                <a:spcPct val="150000"/>
              </a:lnSpc>
            </a:pPr>
            <a:r>
              <a:rPr lang="es-MX" sz="1800" i="0" dirty="0">
                <a:effectLst/>
                <a:latin typeface="Roboto" panose="02000000000000000000" pitchFamily="2" charset="0"/>
                <a:ea typeface="Roboto" panose="02000000000000000000" pitchFamily="2" charset="0"/>
                <a:cs typeface="Roboto" panose="02000000000000000000" pitchFamily="2" charset="0"/>
              </a:rPr>
              <a:t>Evaluación del Proyecto</a:t>
            </a:r>
          </a:p>
          <a:p>
            <a:pPr>
              <a:lnSpc>
                <a:spcPct val="150000"/>
              </a:lnSpc>
            </a:pPr>
            <a:r>
              <a:rPr lang="es-MX" sz="1800" i="0" dirty="0">
                <a:effectLst/>
                <a:latin typeface="Roboto" panose="02000000000000000000" pitchFamily="2" charset="0"/>
                <a:ea typeface="Roboto" panose="02000000000000000000" pitchFamily="2" charset="0"/>
                <a:cs typeface="Roboto" panose="02000000000000000000" pitchFamily="2" charset="0"/>
              </a:rPr>
              <a:t>Celebración y Reconocimiento</a:t>
            </a:r>
          </a:p>
          <a:p>
            <a:pPr>
              <a:lnSpc>
                <a:spcPct val="150000"/>
              </a:lnSpc>
            </a:pPr>
            <a:r>
              <a:rPr lang="es-MX" sz="1800" i="0" dirty="0">
                <a:effectLst/>
                <a:latin typeface="Roboto" panose="02000000000000000000" pitchFamily="2" charset="0"/>
                <a:ea typeface="Roboto" panose="02000000000000000000" pitchFamily="2" charset="0"/>
                <a:cs typeface="Roboto" panose="02000000000000000000" pitchFamily="2" charset="0"/>
              </a:rPr>
              <a:t>Cierre del Contrato</a:t>
            </a:r>
          </a:p>
          <a:p>
            <a:pPr eaLnBrk="1" hangingPunct="1">
              <a:lnSpc>
                <a:spcPct val="150000"/>
              </a:lnSpc>
            </a:pPr>
            <a:endParaRPr lang="es-MX" altLang="es-MX" sz="1800" dirty="0">
              <a:latin typeface="Roboto" panose="02000000000000000000" pitchFamily="2" charset="0"/>
              <a:ea typeface="Roboto" panose="02000000000000000000" pitchFamily="2" charset="0"/>
              <a:cs typeface="Roboto" panose="02000000000000000000" pitchFamily="2" charset="0"/>
            </a:endParaRPr>
          </a:p>
        </p:txBody>
      </p:sp>
      <p:pic>
        <p:nvPicPr>
          <p:cNvPr id="3" name="Imagen 2">
            <a:extLst>
              <a:ext uri="{FF2B5EF4-FFF2-40B4-BE49-F238E27FC236}">
                <a16:creationId xmlns:a16="http://schemas.microsoft.com/office/drawing/2014/main" id="{F6D389BA-8BFA-48DB-F5F8-B74405954429}"/>
              </a:ext>
            </a:extLst>
          </p:cNvPr>
          <p:cNvPicPr>
            <a:picLocks noChangeAspect="1"/>
          </p:cNvPicPr>
          <p:nvPr/>
        </p:nvPicPr>
        <p:blipFill>
          <a:blip r:embed="rId3"/>
          <a:stretch>
            <a:fillRect/>
          </a:stretch>
        </p:blipFill>
        <p:spPr>
          <a:xfrm>
            <a:off x="-22600" y="1842694"/>
            <a:ext cx="4092765" cy="3607492"/>
          </a:xfrm>
          <a:prstGeom prst="ellipse">
            <a:avLst/>
          </a:prstGeom>
          <a:ln>
            <a:noFill/>
          </a:ln>
          <a:effectLst>
            <a:softEdge rad="112500"/>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1 Título">
            <a:extLst>
              <a:ext uri="{FF2B5EF4-FFF2-40B4-BE49-F238E27FC236}">
                <a16:creationId xmlns:a16="http://schemas.microsoft.com/office/drawing/2014/main" id="{C3DDAD82-9DE4-1C72-F22F-FCD6FD397788}"/>
              </a:ext>
            </a:extLst>
          </p:cNvPr>
          <p:cNvSpPr>
            <a:spLocks noGrp="1"/>
          </p:cNvSpPr>
          <p:nvPr>
            <p:ph type="title"/>
          </p:nvPr>
        </p:nvSpPr>
        <p:spPr>
          <a:xfrm>
            <a:off x="2157413" y="1793875"/>
            <a:ext cx="6081712" cy="896938"/>
          </a:xfrm>
        </p:spPr>
        <p:txBody>
          <a:bodyPr/>
          <a:lstStyle/>
          <a:p>
            <a:pPr algn="r" eaLnBrk="1" hangingPunct="1"/>
            <a:r>
              <a:rPr lang="es-MX" altLang="es-MX"/>
              <a:t>Link de portafolio de evidencias</a:t>
            </a:r>
            <a:br>
              <a:rPr lang="es-MX" altLang="es-MX"/>
            </a:br>
            <a:r>
              <a:rPr lang="es-MX" altLang="es-MX"/>
              <a:t>(Compartir el drive, con documentos en carpetas por cada fase)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1 Título">
            <a:extLst>
              <a:ext uri="{FF2B5EF4-FFF2-40B4-BE49-F238E27FC236}">
                <a16:creationId xmlns:a16="http://schemas.microsoft.com/office/drawing/2014/main" id="{E863CC2A-7660-3C4C-1AE2-59DE3A6968C7}"/>
              </a:ext>
            </a:extLst>
          </p:cNvPr>
          <p:cNvSpPr>
            <a:spLocks noGrp="1"/>
          </p:cNvSpPr>
          <p:nvPr>
            <p:ph type="title"/>
          </p:nvPr>
        </p:nvSpPr>
        <p:spPr>
          <a:xfrm>
            <a:off x="755132" y="109505"/>
            <a:ext cx="8089900" cy="896938"/>
          </a:xfrm>
        </p:spPr>
        <p:txBody>
          <a:bodyPr/>
          <a:lstStyle/>
          <a:p>
            <a:pPr algn="r" eaLnBrk="1" hangingPunct="1"/>
            <a:r>
              <a:rPr lang="es-MX" altLang="es-MX" dirty="0"/>
              <a:t>Beneficios del proyecto para los usuarios finales</a:t>
            </a:r>
          </a:p>
        </p:txBody>
      </p:sp>
      <p:graphicFrame>
        <p:nvGraphicFramePr>
          <p:cNvPr id="7" name="6 Marcador de contenido">
            <a:extLst>
              <a:ext uri="{FF2B5EF4-FFF2-40B4-BE49-F238E27FC236}">
                <a16:creationId xmlns:a16="http://schemas.microsoft.com/office/drawing/2014/main" id="{E029D36A-7266-1C4D-D4EE-DDDA3BCF5F56}"/>
              </a:ext>
            </a:extLst>
          </p:cNvPr>
          <p:cNvGraphicFramePr>
            <a:graphicFrameLocks noGrp="1"/>
          </p:cNvGraphicFramePr>
          <p:nvPr>
            <p:ph idx="1"/>
            <p:extLst>
              <p:ext uri="{D42A27DB-BD31-4B8C-83A1-F6EECF244321}">
                <p14:modId xmlns:p14="http://schemas.microsoft.com/office/powerpoint/2010/main" val="2958684017"/>
              </p:ext>
            </p:extLst>
          </p:nvPr>
        </p:nvGraphicFramePr>
        <p:xfrm>
          <a:off x="4490745" y="1430694"/>
          <a:ext cx="4378779" cy="46778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 name="Picture 2" descr="La Nación / Reglamentan cobro electrónico del pasaje del transporte público">
            <a:extLst>
              <a:ext uri="{FF2B5EF4-FFF2-40B4-BE49-F238E27FC236}">
                <a16:creationId xmlns:a16="http://schemas.microsoft.com/office/drawing/2014/main" id="{1AAB847B-9199-C261-F5CA-E7CA2D6632B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434" y="1805307"/>
            <a:ext cx="3454634" cy="2380542"/>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3" name="Picture 4" descr="¿Cómo funcionan los horarios de la EMT? - ecomovilidad.net">
            <a:extLst>
              <a:ext uri="{FF2B5EF4-FFF2-40B4-BE49-F238E27FC236}">
                <a16:creationId xmlns:a16="http://schemas.microsoft.com/office/drawing/2014/main" id="{35789CB3-3F9F-1AA7-52C4-7A0F49C8D3DD}"/>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3140" t="11648"/>
          <a:stretch/>
        </p:blipFill>
        <p:spPr bwMode="auto">
          <a:xfrm>
            <a:off x="-151244" y="4019770"/>
            <a:ext cx="3365241" cy="2909887"/>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4" name="Picture 6" descr="Instalación de kioscos interactivos en el aeropuerto de Lyon Saint-Exupéry">
            <a:extLst>
              <a:ext uri="{FF2B5EF4-FFF2-40B4-BE49-F238E27FC236}">
                <a16:creationId xmlns:a16="http://schemas.microsoft.com/office/drawing/2014/main" id="{B802A5A2-6E41-3D09-2684-D76CD3BC00F8}"/>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backgroundRemoval t="1327" b="93848" l="9916" r="89241">
                        <a14:foregroundMark x1="67932" y1="8203" x2="67932" y2="8203"/>
                        <a14:foregroundMark x1="50422" y1="4584" x2="50422" y2="4584"/>
                        <a14:foregroundMark x1="74684" y1="1327" x2="74684" y2="1327"/>
                        <a14:foregroundMark x1="39662" y1="32690" x2="39662" y2="32690"/>
                        <a14:foregroundMark x1="37553" y1="89988" x2="37553" y2="89988"/>
                        <a14:foregroundMark x1="50000" y1="90229" x2="50000" y2="90229"/>
                        <a14:foregroundMark x1="55907" y1="93848" x2="55907" y2="93848"/>
                        <a14:foregroundMark x1="22152" y1="87575" x2="22152" y2="87575"/>
                        <a14:foregroundMark x1="68776" y1="83595" x2="68776" y2="83595"/>
                      </a14:backgroundRemoval>
                    </a14:imgEffect>
                  </a14:imgLayer>
                </a14:imgProps>
              </a:ext>
              <a:ext uri="{28A0092B-C50C-407E-A947-70E740481C1C}">
                <a14:useLocalDpi xmlns:a14="http://schemas.microsoft.com/office/drawing/2010/main" val="0"/>
              </a:ext>
            </a:extLst>
          </a:blip>
          <a:srcRect/>
          <a:stretch>
            <a:fillRect/>
          </a:stretch>
        </p:blipFill>
        <p:spPr bwMode="auto">
          <a:xfrm>
            <a:off x="2625013" y="1867511"/>
            <a:ext cx="2246223" cy="39286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1 Título">
            <a:extLst>
              <a:ext uri="{FF2B5EF4-FFF2-40B4-BE49-F238E27FC236}">
                <a16:creationId xmlns:a16="http://schemas.microsoft.com/office/drawing/2014/main" id="{6D3AAD59-D65C-B06B-078D-EF53CADDEBE6}"/>
              </a:ext>
            </a:extLst>
          </p:cNvPr>
          <p:cNvSpPr>
            <a:spLocks noGrp="1"/>
          </p:cNvSpPr>
          <p:nvPr>
            <p:ph type="title"/>
          </p:nvPr>
        </p:nvSpPr>
        <p:spPr>
          <a:xfrm>
            <a:off x="527050" y="22419"/>
            <a:ext cx="8089900" cy="462773"/>
          </a:xfrm>
        </p:spPr>
        <p:txBody>
          <a:bodyPr/>
          <a:lstStyle/>
          <a:p>
            <a:pPr algn="r" eaLnBrk="1" hangingPunct="1"/>
            <a:r>
              <a:rPr lang="es-MX" altLang="es-MX" dirty="0"/>
              <a:t>Conclusiones</a:t>
            </a:r>
          </a:p>
        </p:txBody>
      </p:sp>
      <p:sp>
        <p:nvSpPr>
          <p:cNvPr id="3" name="Marcador de contenido 2">
            <a:extLst>
              <a:ext uri="{FF2B5EF4-FFF2-40B4-BE49-F238E27FC236}">
                <a16:creationId xmlns:a16="http://schemas.microsoft.com/office/drawing/2014/main" id="{FAD4BF17-322C-111D-3EA5-CAAA294C7034}"/>
              </a:ext>
            </a:extLst>
          </p:cNvPr>
          <p:cNvSpPr>
            <a:spLocks noGrp="1"/>
          </p:cNvSpPr>
          <p:nvPr>
            <p:ph idx="1"/>
          </p:nvPr>
        </p:nvSpPr>
        <p:spPr>
          <a:xfrm>
            <a:off x="2680996" y="808653"/>
            <a:ext cx="6350647" cy="5934269"/>
          </a:xfrm>
        </p:spPr>
        <p:txBody>
          <a:bodyPr/>
          <a:lstStyle/>
          <a:p>
            <a:pPr algn="l">
              <a:buFont typeface="Arial" panose="020B0604020202020204" pitchFamily="34" charset="0"/>
              <a:buChar char="•"/>
            </a:pPr>
            <a:r>
              <a:rPr lang="es-MX" sz="1500" b="0" i="0" dirty="0">
                <a:effectLst/>
                <a:latin typeface="Roboto" panose="02000000000000000000" pitchFamily="2" charset="0"/>
                <a:ea typeface="Roboto" panose="02000000000000000000" pitchFamily="2" charset="0"/>
                <a:cs typeface="Roboto" panose="02000000000000000000" pitchFamily="2" charset="0"/>
              </a:rPr>
              <a:t>El proyecto cumplió con éxito sus objetivos al implementar un sistema inteligente de cobro y control basado en tecnología RFID para el transporte público.</a:t>
            </a:r>
          </a:p>
          <a:p>
            <a:pPr algn="l">
              <a:buFont typeface="Arial" panose="020B0604020202020204" pitchFamily="34" charset="0"/>
              <a:buChar char="•"/>
            </a:pPr>
            <a:r>
              <a:rPr lang="es-MX" sz="1500" b="0" i="0" dirty="0">
                <a:effectLst/>
                <a:latin typeface="Roboto" panose="02000000000000000000" pitchFamily="2" charset="0"/>
                <a:ea typeface="Roboto" panose="02000000000000000000" pitchFamily="2" charset="0"/>
                <a:cs typeface="Roboto" panose="02000000000000000000" pitchFamily="2" charset="0"/>
              </a:rPr>
              <a:t>Se mejoró significativamente la experiencia del usuario al proporcionar un proceso de pago más eficiente y conveniente, así como acceso a información en tiempo real sobre el transporte público.</a:t>
            </a:r>
          </a:p>
          <a:p>
            <a:pPr algn="l">
              <a:buFont typeface="Arial" panose="020B0604020202020204" pitchFamily="34" charset="0"/>
              <a:buChar char="•"/>
            </a:pPr>
            <a:r>
              <a:rPr lang="es-MX" sz="1500" b="0" i="0" dirty="0">
                <a:effectLst/>
                <a:latin typeface="Roboto" panose="02000000000000000000" pitchFamily="2" charset="0"/>
                <a:ea typeface="Roboto" panose="02000000000000000000" pitchFamily="2" charset="0"/>
                <a:cs typeface="Roboto" panose="02000000000000000000" pitchFamily="2" charset="0"/>
              </a:rPr>
              <a:t>La optimización de la gestión del transporte público se logró mediante la obtención de datos valiosos sobre la demanda de transporte, facilitando una planificación más efectiva y una mejor toma de decisiones por parte de las autoridades de transporte.</a:t>
            </a:r>
          </a:p>
          <a:p>
            <a:pPr algn="l">
              <a:buFont typeface="Arial" panose="020B0604020202020204" pitchFamily="34" charset="0"/>
              <a:buChar char="•"/>
            </a:pPr>
            <a:r>
              <a:rPr lang="es-MX" sz="1500" b="0" i="0" dirty="0">
                <a:effectLst/>
                <a:latin typeface="Roboto" panose="02000000000000000000" pitchFamily="2" charset="0"/>
                <a:ea typeface="Roboto" panose="02000000000000000000" pitchFamily="2" charset="0"/>
                <a:cs typeface="Roboto" panose="02000000000000000000" pitchFamily="2" charset="0"/>
              </a:rPr>
              <a:t>Se observó una reducción significativa en la evasión de pago gracias al nuevo sistema de cobro más eficiente, lo que contribuyó a aumentar los ingresos para los operadores de transporte.</a:t>
            </a:r>
          </a:p>
          <a:p>
            <a:pPr algn="l">
              <a:buFont typeface="Arial" panose="020B0604020202020204" pitchFamily="34" charset="0"/>
              <a:buChar char="•"/>
            </a:pPr>
            <a:r>
              <a:rPr lang="es-MX" sz="1500" b="0" i="0" dirty="0">
                <a:effectLst/>
                <a:latin typeface="Roboto" panose="02000000000000000000" pitchFamily="2" charset="0"/>
                <a:ea typeface="Roboto" panose="02000000000000000000" pitchFamily="2" charset="0"/>
                <a:cs typeface="Roboto" panose="02000000000000000000" pitchFamily="2" charset="0"/>
              </a:rPr>
              <a:t>El proyecto tuvo un impacto positivo en el medio ambiente al fomentar el uso del transporte público sobre vehículos privados, reduciendo la congestión del tráfico y las emisiones de gases de efecto invernadero.</a:t>
            </a:r>
          </a:p>
          <a:p>
            <a:pPr algn="l">
              <a:buFont typeface="Arial" panose="020B0604020202020204" pitchFamily="34" charset="0"/>
              <a:buChar char="•"/>
            </a:pPr>
            <a:r>
              <a:rPr lang="es-MX" sz="1500" b="0" i="0" dirty="0">
                <a:effectLst/>
                <a:latin typeface="Roboto" panose="02000000000000000000" pitchFamily="2" charset="0"/>
                <a:ea typeface="Roboto" panose="02000000000000000000" pitchFamily="2" charset="0"/>
                <a:cs typeface="Roboto" panose="02000000000000000000" pitchFamily="2" charset="0"/>
              </a:rPr>
              <a:t>Se identificaron lecciones aprendidas durante el proyecto, como la importancia de la comunicación efectiva y la gestión proactiva de riesgos, que pueden aplicarse en proyectos futuros.</a:t>
            </a:r>
          </a:p>
          <a:p>
            <a:pPr algn="l">
              <a:buFont typeface="Arial" panose="020B0604020202020204" pitchFamily="34" charset="0"/>
              <a:buChar char="•"/>
            </a:pPr>
            <a:r>
              <a:rPr lang="es-MX" sz="1500" b="0" i="0" dirty="0">
                <a:effectLst/>
                <a:latin typeface="Roboto" panose="02000000000000000000" pitchFamily="2" charset="0"/>
                <a:ea typeface="Roboto" panose="02000000000000000000" pitchFamily="2" charset="0"/>
                <a:cs typeface="Roboto" panose="02000000000000000000" pitchFamily="2" charset="0"/>
              </a:rPr>
              <a:t>Es crucial reconocer y celebrar el éxito del proyecto, así como el arduo trabajo y la dedicación del equipo de proyecto y todas las partes interesadas involucradas en su ejecución.</a:t>
            </a:r>
          </a:p>
          <a:p>
            <a:endParaRPr lang="es-MX" sz="1500" dirty="0">
              <a:latin typeface="Roboto" panose="02000000000000000000" pitchFamily="2" charset="0"/>
              <a:ea typeface="Roboto" panose="02000000000000000000" pitchFamily="2" charset="0"/>
              <a:cs typeface="Roboto" panose="02000000000000000000" pitchFamily="2" charset="0"/>
            </a:endParaRPr>
          </a:p>
        </p:txBody>
      </p:sp>
      <p:pic>
        <p:nvPicPr>
          <p:cNvPr id="5" name="Imagen 4">
            <a:extLst>
              <a:ext uri="{FF2B5EF4-FFF2-40B4-BE49-F238E27FC236}">
                <a16:creationId xmlns:a16="http://schemas.microsoft.com/office/drawing/2014/main" id="{0167F6C6-EAA1-D966-65E6-89B4F87DB7FD}"/>
              </a:ext>
            </a:extLst>
          </p:cNvPr>
          <p:cNvPicPr>
            <a:picLocks noChangeAspect="1"/>
          </p:cNvPicPr>
          <p:nvPr/>
        </p:nvPicPr>
        <p:blipFill>
          <a:blip r:embed="rId2"/>
          <a:stretch>
            <a:fillRect/>
          </a:stretch>
        </p:blipFill>
        <p:spPr>
          <a:xfrm>
            <a:off x="0" y="2320212"/>
            <a:ext cx="2646784" cy="264678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A5A42343-7DDE-3573-EBE0-42916CBC3833}"/>
              </a:ext>
            </a:extLst>
          </p:cNvPr>
          <p:cNvSpPr>
            <a:spLocks noGrp="1"/>
          </p:cNvSpPr>
          <p:nvPr>
            <p:ph type="title"/>
          </p:nvPr>
        </p:nvSpPr>
        <p:spPr>
          <a:xfrm>
            <a:off x="1362788" y="59742"/>
            <a:ext cx="7575550" cy="896938"/>
          </a:xfrm>
        </p:spPr>
        <p:txBody>
          <a:bodyPr/>
          <a:lstStyle/>
          <a:p>
            <a:pPr algn="r" eaLnBrk="1" hangingPunct="1"/>
            <a:r>
              <a:rPr lang="es-MX" altLang="es-MX" dirty="0"/>
              <a:t>Opciones de certificación </a:t>
            </a:r>
          </a:p>
        </p:txBody>
      </p:sp>
      <p:graphicFrame>
        <p:nvGraphicFramePr>
          <p:cNvPr id="4" name="3 Marcador de contenido">
            <a:extLst>
              <a:ext uri="{FF2B5EF4-FFF2-40B4-BE49-F238E27FC236}">
                <a16:creationId xmlns:a16="http://schemas.microsoft.com/office/drawing/2014/main" id="{FBAB250D-34E5-5FAB-F9CD-FA38EB2353BD}"/>
              </a:ext>
            </a:extLst>
          </p:cNvPr>
          <p:cNvGraphicFramePr>
            <a:graphicFrameLocks noGrp="1"/>
          </p:cNvGraphicFramePr>
          <p:nvPr>
            <p:ph idx="1"/>
            <p:extLst>
              <p:ext uri="{D42A27DB-BD31-4B8C-83A1-F6EECF244321}">
                <p14:modId xmlns:p14="http://schemas.microsoft.com/office/powerpoint/2010/main" val="2634106511"/>
              </p:ext>
            </p:extLst>
          </p:nvPr>
        </p:nvGraphicFramePr>
        <p:xfrm>
          <a:off x="628650" y="2173288"/>
          <a:ext cx="7886700" cy="40036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Imagen 2">
            <a:extLst>
              <a:ext uri="{FF2B5EF4-FFF2-40B4-BE49-F238E27FC236}">
                <a16:creationId xmlns:a16="http://schemas.microsoft.com/office/drawing/2014/main" id="{B843A9E9-A7C3-0115-BDC6-09FCB8F2E391}"/>
              </a:ext>
            </a:extLst>
          </p:cNvPr>
          <p:cNvPicPr>
            <a:picLocks noChangeAspect="1"/>
          </p:cNvPicPr>
          <p:nvPr/>
        </p:nvPicPr>
        <p:blipFill>
          <a:blip r:embed="rId7"/>
          <a:stretch>
            <a:fillRect/>
          </a:stretch>
        </p:blipFill>
        <p:spPr>
          <a:xfrm>
            <a:off x="3738799" y="655924"/>
            <a:ext cx="2357201" cy="132281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1 Título">
            <a:extLst>
              <a:ext uri="{FF2B5EF4-FFF2-40B4-BE49-F238E27FC236}">
                <a16:creationId xmlns:a16="http://schemas.microsoft.com/office/drawing/2014/main" id="{681EFE54-6F35-525A-85FD-49D7406A131D}"/>
              </a:ext>
            </a:extLst>
          </p:cNvPr>
          <p:cNvSpPr>
            <a:spLocks noGrp="1"/>
          </p:cNvSpPr>
          <p:nvPr>
            <p:ph type="title"/>
          </p:nvPr>
        </p:nvSpPr>
        <p:spPr>
          <a:xfrm>
            <a:off x="425450" y="793750"/>
            <a:ext cx="8089900" cy="896938"/>
          </a:xfrm>
        </p:spPr>
        <p:txBody>
          <a:bodyPr/>
          <a:lstStyle/>
          <a:p>
            <a:pPr algn="r" eaLnBrk="1" hangingPunct="1"/>
            <a:r>
              <a:rPr lang="es-MX" altLang="es-MX" dirty="0"/>
              <a:t>Aportaciones Profesionales de la asignatura con visión de un egresado de  </a:t>
            </a:r>
            <a:r>
              <a:rPr lang="es-MX" altLang="es-MX" dirty="0" err="1"/>
              <a:t>MIoT</a:t>
            </a:r>
            <a:endParaRPr lang="es-MX" altLang="es-MX" dirty="0"/>
          </a:p>
        </p:txBody>
      </p:sp>
      <p:sp>
        <p:nvSpPr>
          <p:cNvPr id="3" name="Marcador de contenido 2">
            <a:extLst>
              <a:ext uri="{FF2B5EF4-FFF2-40B4-BE49-F238E27FC236}">
                <a16:creationId xmlns:a16="http://schemas.microsoft.com/office/drawing/2014/main" id="{CB3B87F2-A2CB-C752-2AE0-FEDBA52E17F2}"/>
              </a:ext>
            </a:extLst>
          </p:cNvPr>
          <p:cNvSpPr>
            <a:spLocks noGrp="1"/>
          </p:cNvSpPr>
          <p:nvPr>
            <p:ph idx="1"/>
          </p:nvPr>
        </p:nvSpPr>
        <p:spPr>
          <a:xfrm>
            <a:off x="137238" y="2135335"/>
            <a:ext cx="4941748" cy="4363792"/>
          </a:xfrm>
        </p:spPr>
        <p:txBody>
          <a:bodyPr/>
          <a:lstStyle/>
          <a:p>
            <a:pPr algn="l">
              <a:buFont typeface="Arial" panose="020B0604020202020204" pitchFamily="34" charset="0"/>
              <a:buChar char="•"/>
            </a:pPr>
            <a:r>
              <a:rPr lang="es-MX" sz="1600" b="0" i="0" dirty="0">
                <a:effectLst/>
                <a:latin typeface="Söhne"/>
              </a:rPr>
              <a:t>Gestión eficiente de proyectos </a:t>
            </a:r>
            <a:r>
              <a:rPr lang="es-MX" sz="1600" b="0" i="0" dirty="0" err="1">
                <a:effectLst/>
                <a:latin typeface="Söhne"/>
              </a:rPr>
              <a:t>IoT</a:t>
            </a:r>
            <a:r>
              <a:rPr lang="es-MX" sz="1600" b="0" i="0" dirty="0">
                <a:effectLst/>
                <a:latin typeface="Söhne"/>
              </a:rPr>
              <a:t>, aplicando técnicas específicas para planificar despliegues y coordinar equipos multidisciplinarios.</a:t>
            </a:r>
          </a:p>
          <a:p>
            <a:pPr algn="l">
              <a:buFont typeface="Arial" panose="020B0604020202020204" pitchFamily="34" charset="0"/>
              <a:buChar char="•"/>
            </a:pPr>
            <a:r>
              <a:rPr lang="es-MX" sz="1600" b="0" i="0" dirty="0">
                <a:effectLst/>
                <a:latin typeface="Söhne"/>
              </a:rPr>
              <a:t>Integración de tecnologías emergentes como aprendizaje automático e inteligencia artificial en proyectos de </a:t>
            </a:r>
            <a:r>
              <a:rPr lang="es-MX" sz="1600" b="0" i="0" dirty="0" err="1">
                <a:effectLst/>
                <a:latin typeface="Söhne"/>
              </a:rPr>
              <a:t>IoT</a:t>
            </a:r>
            <a:r>
              <a:rPr lang="es-MX" sz="1600" b="0" i="0" dirty="0">
                <a:effectLst/>
                <a:latin typeface="Söhne"/>
              </a:rPr>
              <a:t>.</a:t>
            </a:r>
          </a:p>
          <a:p>
            <a:pPr algn="l">
              <a:buFont typeface="Arial" panose="020B0604020202020204" pitchFamily="34" charset="0"/>
              <a:buChar char="•"/>
            </a:pPr>
            <a:r>
              <a:rPr lang="es-MX" sz="1600" b="0" i="0" dirty="0">
                <a:effectLst/>
                <a:latin typeface="Söhne"/>
              </a:rPr>
              <a:t>Identificación y gestión de riesgos particulares de </a:t>
            </a:r>
            <a:r>
              <a:rPr lang="es-MX" sz="1600" b="0" i="0" dirty="0" err="1">
                <a:effectLst/>
                <a:latin typeface="Söhne"/>
              </a:rPr>
              <a:t>IoT</a:t>
            </a:r>
            <a:r>
              <a:rPr lang="es-MX" sz="1600" b="0" i="0" dirty="0">
                <a:effectLst/>
                <a:latin typeface="Söhne"/>
              </a:rPr>
              <a:t>, como seguridad de datos y desafíos de conectividad.</a:t>
            </a:r>
          </a:p>
          <a:p>
            <a:pPr algn="l">
              <a:buFont typeface="Arial" panose="020B0604020202020204" pitchFamily="34" charset="0"/>
              <a:buChar char="•"/>
            </a:pPr>
            <a:r>
              <a:rPr lang="es-MX" sz="1600" b="0" i="0" dirty="0">
                <a:effectLst/>
                <a:latin typeface="Söhne"/>
              </a:rPr>
              <a:t>Enfoque en la experiencia del usuario (UX) para crear soluciones </a:t>
            </a:r>
            <a:r>
              <a:rPr lang="es-MX" sz="1600" b="0" i="0" dirty="0" err="1">
                <a:effectLst/>
                <a:latin typeface="Söhne"/>
              </a:rPr>
              <a:t>IoT</a:t>
            </a:r>
            <a:r>
              <a:rPr lang="es-MX" sz="1600" b="0" i="0" dirty="0">
                <a:effectLst/>
                <a:latin typeface="Söhne"/>
              </a:rPr>
              <a:t> intuitivas y centradas en el usuario.</a:t>
            </a:r>
          </a:p>
          <a:p>
            <a:pPr algn="l">
              <a:buFont typeface="Arial" panose="020B0604020202020204" pitchFamily="34" charset="0"/>
              <a:buChar char="•"/>
            </a:pPr>
            <a:r>
              <a:rPr lang="es-MX" sz="1600" b="0" i="0" dirty="0">
                <a:effectLst/>
                <a:latin typeface="Söhne"/>
              </a:rPr>
              <a:t>Adopción de metodologías ágiles para una mayor flexibilidad y adaptabilidad ante cambios en requisitos y tecnologías.</a:t>
            </a:r>
          </a:p>
          <a:p>
            <a:pPr algn="l">
              <a:buFont typeface="Arial" panose="020B0604020202020204" pitchFamily="34" charset="0"/>
              <a:buChar char="•"/>
            </a:pPr>
            <a:r>
              <a:rPr lang="es-MX" sz="1600" b="0" i="0" dirty="0">
                <a:effectLst/>
                <a:latin typeface="Söhne"/>
              </a:rPr>
              <a:t>Gestión de proyectos interdisciplinarios, coordinando equipos de hardware, software, seguridad y negocio.</a:t>
            </a:r>
          </a:p>
          <a:p>
            <a:pPr algn="l">
              <a:buFont typeface="Arial" panose="020B0604020202020204" pitchFamily="34" charset="0"/>
              <a:buChar char="•"/>
            </a:pPr>
            <a:r>
              <a:rPr lang="es-MX" sz="1600" b="0" i="0" dirty="0">
                <a:effectLst/>
                <a:latin typeface="Söhne"/>
              </a:rPr>
              <a:t>Consideración de aspectos éticos y sostenibles en la planificación y ejecución de proyectos </a:t>
            </a:r>
            <a:r>
              <a:rPr lang="es-MX" sz="1600" b="0" i="0" dirty="0" err="1">
                <a:effectLst/>
                <a:latin typeface="Söhne"/>
              </a:rPr>
              <a:t>IoT</a:t>
            </a:r>
            <a:r>
              <a:rPr lang="es-MX" sz="1600" b="0" i="0" dirty="0">
                <a:effectLst/>
                <a:latin typeface="Söhne"/>
              </a:rPr>
              <a:t>.</a:t>
            </a:r>
          </a:p>
          <a:p>
            <a:endParaRPr lang="es-MX" sz="1600" dirty="0"/>
          </a:p>
        </p:txBody>
      </p:sp>
      <p:sp>
        <p:nvSpPr>
          <p:cNvPr id="4" name="AutoShape 2" descr="Project Management Institute – Logos Download">
            <a:extLst>
              <a:ext uri="{FF2B5EF4-FFF2-40B4-BE49-F238E27FC236}">
                <a16:creationId xmlns:a16="http://schemas.microsoft.com/office/drawing/2014/main" id="{73E4AD2E-3820-E3BC-C41C-9D9F0DE4388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pic>
        <p:nvPicPr>
          <p:cNvPr id="7" name="Imagen 6">
            <a:extLst>
              <a:ext uri="{FF2B5EF4-FFF2-40B4-BE49-F238E27FC236}">
                <a16:creationId xmlns:a16="http://schemas.microsoft.com/office/drawing/2014/main" id="{A0C19FD6-9F1D-0892-15C8-D1D1D495F35D}"/>
              </a:ext>
            </a:extLst>
          </p:cNvPr>
          <p:cNvPicPr>
            <a:picLocks noChangeAspect="1"/>
          </p:cNvPicPr>
          <p:nvPr/>
        </p:nvPicPr>
        <p:blipFill>
          <a:blip r:embed="rId2"/>
          <a:stretch>
            <a:fillRect/>
          </a:stretch>
        </p:blipFill>
        <p:spPr>
          <a:xfrm>
            <a:off x="5078986" y="3225280"/>
            <a:ext cx="4065014" cy="122194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1 Título">
            <a:extLst>
              <a:ext uri="{FF2B5EF4-FFF2-40B4-BE49-F238E27FC236}">
                <a16:creationId xmlns:a16="http://schemas.microsoft.com/office/drawing/2014/main" id="{46BEDDD6-A468-8121-83CB-C3D046B2EDD3}"/>
              </a:ext>
            </a:extLst>
          </p:cNvPr>
          <p:cNvSpPr>
            <a:spLocks noGrp="1"/>
          </p:cNvSpPr>
          <p:nvPr>
            <p:ph type="title"/>
          </p:nvPr>
        </p:nvSpPr>
        <p:spPr>
          <a:xfrm>
            <a:off x="550863" y="2120900"/>
            <a:ext cx="8089900" cy="896938"/>
          </a:xfrm>
        </p:spPr>
        <p:txBody>
          <a:bodyPr/>
          <a:lstStyle/>
          <a:p>
            <a:pPr algn="ctr" eaLnBrk="1" hangingPunct="1"/>
            <a:r>
              <a:rPr lang="es-MX" altLang="es-MX" dirty="0"/>
              <a:t>¡Gracias!</a:t>
            </a:r>
            <a:br>
              <a:rPr lang="es-MX" altLang="es-MX" dirty="0"/>
            </a:br>
            <a:r>
              <a:rPr lang="es-MX" altLang="es-MX" dirty="0"/>
              <a:t>Erick Renato Vega Ceron</a:t>
            </a:r>
            <a:br>
              <a:rPr lang="es-MX" altLang="es-MX" dirty="0"/>
            </a:br>
            <a:r>
              <a:rPr lang="es-MX" altLang="es-MX" dirty="0"/>
              <a:t>ve502295@uaeh.edu.mx</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02" name="Group 1">
            <a:extLst>
              <a:ext uri="{FF2B5EF4-FFF2-40B4-BE49-F238E27FC236}">
                <a16:creationId xmlns:a16="http://schemas.microsoft.com/office/drawing/2014/main" id="{B24B793D-8887-06AA-2079-F196BB6F4173}"/>
              </a:ext>
            </a:extLst>
          </p:cNvPr>
          <p:cNvGrpSpPr>
            <a:grpSpLocks/>
          </p:cNvGrpSpPr>
          <p:nvPr/>
        </p:nvGrpSpPr>
        <p:grpSpPr bwMode="auto">
          <a:xfrm>
            <a:off x="557213" y="2101850"/>
            <a:ext cx="2543175" cy="1004888"/>
            <a:chOff x="740894" y="2769650"/>
            <a:chExt cx="3706499" cy="1465859"/>
          </a:xfrm>
        </p:grpSpPr>
        <p:pic>
          <p:nvPicPr>
            <p:cNvPr id="25631" name="Picture 2">
              <a:extLst>
                <a:ext uri="{FF2B5EF4-FFF2-40B4-BE49-F238E27FC236}">
                  <a16:creationId xmlns:a16="http://schemas.microsoft.com/office/drawing/2014/main" id="{A7392C6B-A1B8-321F-6588-B00BFE3C37E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0207" y="2769650"/>
              <a:ext cx="299343" cy="36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2" name="Picture 3">
              <a:extLst>
                <a:ext uri="{FF2B5EF4-FFF2-40B4-BE49-F238E27FC236}">
                  <a16:creationId xmlns:a16="http://schemas.microsoft.com/office/drawing/2014/main" id="{F899B20E-EBDF-839B-05C4-36127B94BE5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74691" y="3353818"/>
              <a:ext cx="270375" cy="337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3" name="Picture 4">
              <a:extLst>
                <a:ext uri="{FF2B5EF4-FFF2-40B4-BE49-F238E27FC236}">
                  <a16:creationId xmlns:a16="http://schemas.microsoft.com/office/drawing/2014/main" id="{5CEAAFDF-1FED-81F2-9BF5-30A9367E7AD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0894" y="3897541"/>
              <a:ext cx="337968" cy="337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4" name="Picture 5">
              <a:extLst>
                <a:ext uri="{FF2B5EF4-FFF2-40B4-BE49-F238E27FC236}">
                  <a16:creationId xmlns:a16="http://schemas.microsoft.com/office/drawing/2014/main" id="{51904C66-52F8-3914-3033-6DD4ED679CB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380443" y="2769652"/>
              <a:ext cx="260718" cy="366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5" name="Picture 6">
              <a:extLst>
                <a:ext uri="{FF2B5EF4-FFF2-40B4-BE49-F238E27FC236}">
                  <a16:creationId xmlns:a16="http://schemas.microsoft.com/office/drawing/2014/main" id="{0ABF0B4D-BE04-B5F5-0893-87BCAAB8FC36}"/>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421082" y="3348056"/>
              <a:ext cx="231750" cy="34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6" name="Picture 7">
              <a:extLst>
                <a:ext uri="{FF2B5EF4-FFF2-40B4-BE49-F238E27FC236}">
                  <a16:creationId xmlns:a16="http://schemas.microsoft.com/office/drawing/2014/main" id="{E6427757-10D6-8460-7FB0-E412D5D0FC14}"/>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415359" y="3897541"/>
              <a:ext cx="337968" cy="337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7" name="Picture 8">
              <a:extLst>
                <a:ext uri="{FF2B5EF4-FFF2-40B4-BE49-F238E27FC236}">
                  <a16:creationId xmlns:a16="http://schemas.microsoft.com/office/drawing/2014/main" id="{69C842DF-7A79-4333-7118-35F27A07E091}"/>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970138" y="2769650"/>
              <a:ext cx="366937" cy="36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8" name="Picture 9">
              <a:extLst>
                <a:ext uri="{FF2B5EF4-FFF2-40B4-BE49-F238E27FC236}">
                  <a16:creationId xmlns:a16="http://schemas.microsoft.com/office/drawing/2014/main" id="{95B68514-6B40-6B73-2D85-F729B01173BE}"/>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2013319" y="3353819"/>
              <a:ext cx="318656" cy="337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9" name="Picture 10">
              <a:extLst>
                <a:ext uri="{FF2B5EF4-FFF2-40B4-BE49-F238E27FC236}">
                  <a16:creationId xmlns:a16="http://schemas.microsoft.com/office/drawing/2014/main" id="{59546BB8-BC4F-5F23-6733-94C936E18E30}"/>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2088875" y="3897541"/>
              <a:ext cx="337968" cy="337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40" name="Picture 11">
              <a:extLst>
                <a:ext uri="{FF2B5EF4-FFF2-40B4-BE49-F238E27FC236}">
                  <a16:creationId xmlns:a16="http://schemas.microsoft.com/office/drawing/2014/main" id="{B5527E93-971F-01B5-1279-C1A203739EEB}"/>
                </a:ext>
              </a:extLst>
            </p:cNvPr>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2699534" y="2815740"/>
              <a:ext cx="366937" cy="28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41" name="Picture 12">
              <a:extLst>
                <a:ext uri="{FF2B5EF4-FFF2-40B4-BE49-F238E27FC236}">
                  <a16:creationId xmlns:a16="http://schemas.microsoft.com/office/drawing/2014/main" id="{0C152ADF-615A-568E-2974-CBE6E294DB44}"/>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2719855" y="3399909"/>
              <a:ext cx="337968" cy="260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42" name="Picture 13">
              <a:extLst>
                <a:ext uri="{FF2B5EF4-FFF2-40B4-BE49-F238E27FC236}">
                  <a16:creationId xmlns:a16="http://schemas.microsoft.com/office/drawing/2014/main" id="{81FE5562-B835-D074-4DBD-54A8C34BE02C}"/>
                </a:ext>
              </a:extLst>
            </p:cNvPr>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2762391" y="3897541"/>
              <a:ext cx="337968" cy="337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43" name="Picture 14">
              <a:extLst>
                <a:ext uri="{FF2B5EF4-FFF2-40B4-BE49-F238E27FC236}">
                  <a16:creationId xmlns:a16="http://schemas.microsoft.com/office/drawing/2014/main" id="{646C8BFD-6C19-1EED-3D50-DEAC69473A37}"/>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3428930" y="2769650"/>
              <a:ext cx="280031" cy="36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44" name="Picture 15">
              <a:extLst>
                <a:ext uri="{FF2B5EF4-FFF2-40B4-BE49-F238E27FC236}">
                  <a16:creationId xmlns:a16="http://schemas.microsoft.com/office/drawing/2014/main" id="{A9570C47-7D1F-5CC9-C437-3DD226DDAAAA}"/>
                </a:ext>
              </a:extLst>
            </p:cNvPr>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3451791" y="3353819"/>
              <a:ext cx="260718" cy="337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45" name="Picture 16">
              <a:extLst>
                <a:ext uri="{FF2B5EF4-FFF2-40B4-BE49-F238E27FC236}">
                  <a16:creationId xmlns:a16="http://schemas.microsoft.com/office/drawing/2014/main" id="{246D1EE4-C336-77B3-E457-0468CE9EB0A7}"/>
                </a:ext>
              </a:extLst>
            </p:cNvPr>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3435907" y="3897541"/>
              <a:ext cx="337968" cy="337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46" name="Picture 17">
              <a:extLst>
                <a:ext uri="{FF2B5EF4-FFF2-40B4-BE49-F238E27FC236}">
                  <a16:creationId xmlns:a16="http://schemas.microsoft.com/office/drawing/2014/main" id="{9DA1EEBF-34D0-A6B7-A7FE-8A1822B3B192}"/>
                </a:ext>
              </a:extLst>
            </p:cNvPr>
            <p:cNvPicPr>
              <a:picLocks noChangeAspect="1"/>
            </p:cNvPicPr>
            <p:nvPr/>
          </p:nvPicPr>
          <p:blipFill>
            <a:blip r:embed="rId17">
              <a:extLst>
                <a:ext uri="{28A0092B-C50C-407E-A947-70E740481C1C}">
                  <a14:useLocalDpi xmlns:a14="http://schemas.microsoft.com/office/drawing/2010/main" val="0"/>
                </a:ext>
              </a:extLst>
            </a:blip>
            <a:srcRect/>
            <a:stretch>
              <a:fillRect/>
            </a:stretch>
          </p:blipFill>
          <p:spPr bwMode="auto">
            <a:xfrm>
              <a:off x="4044028" y="2769650"/>
              <a:ext cx="366937" cy="36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47" name="Picture 18">
              <a:extLst>
                <a:ext uri="{FF2B5EF4-FFF2-40B4-BE49-F238E27FC236}">
                  <a16:creationId xmlns:a16="http://schemas.microsoft.com/office/drawing/2014/main" id="{D1AFAFB8-A0C0-E001-A175-B818161DC726}"/>
                </a:ext>
              </a:extLst>
            </p:cNvPr>
            <p:cNvPicPr>
              <a:picLocks noChangeAspect="1"/>
            </p:cNvPicPr>
            <p:nvPr/>
          </p:nvPicPr>
          <p:blipFill>
            <a:blip r:embed="rId18">
              <a:extLst>
                <a:ext uri="{28A0092B-C50C-407E-A947-70E740481C1C}">
                  <a14:useLocalDpi xmlns:a14="http://schemas.microsoft.com/office/drawing/2010/main" val="0"/>
                </a:ext>
              </a:extLst>
            </a:blip>
            <a:srcRect/>
            <a:stretch>
              <a:fillRect/>
            </a:stretch>
          </p:blipFill>
          <p:spPr bwMode="auto">
            <a:xfrm>
              <a:off x="4082129" y="3359580"/>
              <a:ext cx="337968" cy="32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48" name="Picture 19">
              <a:extLst>
                <a:ext uri="{FF2B5EF4-FFF2-40B4-BE49-F238E27FC236}">
                  <a16:creationId xmlns:a16="http://schemas.microsoft.com/office/drawing/2014/main" id="{AFC415C8-8A41-3AD3-A583-2F0724707D24}"/>
                </a:ext>
              </a:extLst>
            </p:cNvPr>
            <p:cNvPicPr>
              <a:picLocks noChangeAspect="1"/>
            </p:cNvPicPr>
            <p:nvPr/>
          </p:nvPicPr>
          <p:blipFill>
            <a:blip r:embed="rId19">
              <a:extLst>
                <a:ext uri="{28A0092B-C50C-407E-A947-70E740481C1C}">
                  <a14:useLocalDpi xmlns:a14="http://schemas.microsoft.com/office/drawing/2010/main" val="0"/>
                </a:ext>
              </a:extLst>
            </a:blip>
            <a:srcRect/>
            <a:stretch>
              <a:fillRect/>
            </a:stretch>
          </p:blipFill>
          <p:spPr bwMode="auto">
            <a:xfrm>
              <a:off x="4109425" y="3897541"/>
              <a:ext cx="337968" cy="337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5603" name="Group 20">
            <a:extLst>
              <a:ext uri="{FF2B5EF4-FFF2-40B4-BE49-F238E27FC236}">
                <a16:creationId xmlns:a16="http://schemas.microsoft.com/office/drawing/2014/main" id="{B67A5905-DD75-596D-CAF1-0C371C78FDB2}"/>
              </a:ext>
            </a:extLst>
          </p:cNvPr>
          <p:cNvGrpSpPr>
            <a:grpSpLocks/>
          </p:cNvGrpSpPr>
          <p:nvPr/>
        </p:nvGrpSpPr>
        <p:grpSpPr bwMode="auto">
          <a:xfrm>
            <a:off x="528638" y="4783138"/>
            <a:ext cx="2659062" cy="636587"/>
            <a:chOff x="723377" y="5281151"/>
            <a:chExt cx="3776991" cy="903494"/>
          </a:xfrm>
        </p:grpSpPr>
        <p:pic>
          <p:nvPicPr>
            <p:cNvPr id="25617" name="Picture 21">
              <a:extLst>
                <a:ext uri="{FF2B5EF4-FFF2-40B4-BE49-F238E27FC236}">
                  <a16:creationId xmlns:a16="http://schemas.microsoft.com/office/drawing/2014/main" id="{ABF72C54-21E6-97DB-1835-216A8BB346A5}"/>
                </a:ext>
              </a:extLst>
            </p:cNvPr>
            <p:cNvPicPr>
              <a:picLocks noChangeAspect="1"/>
            </p:cNvPicPr>
            <p:nvPr/>
          </p:nvPicPr>
          <p:blipFill>
            <a:blip r:embed="rId20">
              <a:extLst>
                <a:ext uri="{28A0092B-C50C-407E-A947-70E740481C1C}">
                  <a14:useLocalDpi xmlns:a14="http://schemas.microsoft.com/office/drawing/2010/main" val="0"/>
                </a:ext>
              </a:extLst>
            </a:blip>
            <a:srcRect/>
            <a:stretch>
              <a:fillRect/>
            </a:stretch>
          </p:blipFill>
          <p:spPr bwMode="auto">
            <a:xfrm>
              <a:off x="723377" y="5281151"/>
              <a:ext cx="373300" cy="3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8" name="Picture 22">
              <a:extLst>
                <a:ext uri="{FF2B5EF4-FFF2-40B4-BE49-F238E27FC236}">
                  <a16:creationId xmlns:a16="http://schemas.microsoft.com/office/drawing/2014/main" id="{3D8B45DF-C4B7-E011-E382-F5B962485A89}"/>
                </a:ext>
              </a:extLst>
            </p:cNvPr>
            <p:cNvPicPr>
              <a:picLocks noChangeAspect="1"/>
            </p:cNvPicPr>
            <p:nvPr/>
          </p:nvPicPr>
          <p:blipFill>
            <a:blip r:embed="rId21">
              <a:extLst>
                <a:ext uri="{28A0092B-C50C-407E-A947-70E740481C1C}">
                  <a14:useLocalDpi xmlns:a14="http://schemas.microsoft.com/office/drawing/2010/main" val="0"/>
                </a:ext>
              </a:extLst>
            </a:blip>
            <a:srcRect/>
            <a:stretch>
              <a:fillRect/>
            </a:stretch>
          </p:blipFill>
          <p:spPr bwMode="auto">
            <a:xfrm>
              <a:off x="1846537" y="5281151"/>
              <a:ext cx="373300" cy="3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9" name="Picture 23">
              <a:extLst>
                <a:ext uri="{FF2B5EF4-FFF2-40B4-BE49-F238E27FC236}">
                  <a16:creationId xmlns:a16="http://schemas.microsoft.com/office/drawing/2014/main" id="{B1D056A7-44D7-DE7A-E98D-A75DAC57A15B}"/>
                </a:ext>
              </a:extLst>
            </p:cNvPr>
            <p:cNvPicPr>
              <a:picLocks noChangeAspect="1"/>
            </p:cNvPicPr>
            <p:nvPr/>
          </p:nvPicPr>
          <p:blipFill>
            <a:blip r:embed="rId22">
              <a:extLst>
                <a:ext uri="{28A0092B-C50C-407E-A947-70E740481C1C}">
                  <a14:useLocalDpi xmlns:a14="http://schemas.microsoft.com/office/drawing/2010/main" val="0"/>
                </a:ext>
              </a:extLst>
            </a:blip>
            <a:srcRect/>
            <a:stretch>
              <a:fillRect/>
            </a:stretch>
          </p:blipFill>
          <p:spPr bwMode="auto">
            <a:xfrm>
              <a:off x="1284957" y="5281151"/>
              <a:ext cx="373300" cy="3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20" name="Picture 24">
              <a:extLst>
                <a:ext uri="{FF2B5EF4-FFF2-40B4-BE49-F238E27FC236}">
                  <a16:creationId xmlns:a16="http://schemas.microsoft.com/office/drawing/2014/main" id="{2F125216-0CE2-6FD9-6AF6-CFD9B50ABADA}"/>
                </a:ext>
              </a:extLst>
            </p:cNvPr>
            <p:cNvPicPr>
              <a:picLocks noChangeAspect="1"/>
            </p:cNvPicPr>
            <p:nvPr/>
          </p:nvPicPr>
          <p:blipFill>
            <a:blip r:embed="rId23">
              <a:extLst>
                <a:ext uri="{28A0092B-C50C-407E-A947-70E740481C1C}">
                  <a14:useLocalDpi xmlns:a14="http://schemas.microsoft.com/office/drawing/2010/main" val="0"/>
                </a:ext>
              </a:extLst>
            </a:blip>
            <a:srcRect/>
            <a:stretch>
              <a:fillRect/>
            </a:stretch>
          </p:blipFill>
          <p:spPr bwMode="auto">
            <a:xfrm>
              <a:off x="2408117" y="5281151"/>
              <a:ext cx="373300" cy="3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21" name="Picture 25">
              <a:extLst>
                <a:ext uri="{FF2B5EF4-FFF2-40B4-BE49-F238E27FC236}">
                  <a16:creationId xmlns:a16="http://schemas.microsoft.com/office/drawing/2014/main" id="{AD3A3407-B844-EDB6-CC03-AA67D79E94AB}"/>
                </a:ext>
              </a:extLst>
            </p:cNvPr>
            <p:cNvPicPr>
              <a:picLocks noChangeAspect="1"/>
            </p:cNvPicPr>
            <p:nvPr/>
          </p:nvPicPr>
          <p:blipFill>
            <a:blip r:embed="rId24">
              <a:extLst>
                <a:ext uri="{28A0092B-C50C-407E-A947-70E740481C1C}">
                  <a14:useLocalDpi xmlns:a14="http://schemas.microsoft.com/office/drawing/2010/main" val="0"/>
                </a:ext>
              </a:extLst>
            </a:blip>
            <a:srcRect/>
            <a:stretch>
              <a:fillRect/>
            </a:stretch>
          </p:blipFill>
          <p:spPr bwMode="auto">
            <a:xfrm>
              <a:off x="2969697" y="5281151"/>
              <a:ext cx="373300" cy="3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22" name="Picture 26">
              <a:extLst>
                <a:ext uri="{FF2B5EF4-FFF2-40B4-BE49-F238E27FC236}">
                  <a16:creationId xmlns:a16="http://schemas.microsoft.com/office/drawing/2014/main" id="{139DA348-2DD4-CE9F-D25F-0D83FD81FC7B}"/>
                </a:ext>
              </a:extLst>
            </p:cNvPr>
            <p:cNvPicPr>
              <a:picLocks noChangeAspect="1"/>
            </p:cNvPicPr>
            <p:nvPr/>
          </p:nvPicPr>
          <p:blipFill>
            <a:blip r:embed="rId25">
              <a:extLst>
                <a:ext uri="{28A0092B-C50C-407E-A947-70E740481C1C}">
                  <a14:useLocalDpi xmlns:a14="http://schemas.microsoft.com/office/drawing/2010/main" val="0"/>
                </a:ext>
              </a:extLst>
            </a:blip>
            <a:srcRect/>
            <a:stretch>
              <a:fillRect/>
            </a:stretch>
          </p:blipFill>
          <p:spPr bwMode="auto">
            <a:xfrm>
              <a:off x="3531277" y="5281151"/>
              <a:ext cx="373300" cy="3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23" name="Picture 27">
              <a:extLst>
                <a:ext uri="{FF2B5EF4-FFF2-40B4-BE49-F238E27FC236}">
                  <a16:creationId xmlns:a16="http://schemas.microsoft.com/office/drawing/2014/main" id="{6F59B107-3225-1CCE-AF66-696714182354}"/>
                </a:ext>
              </a:extLst>
            </p:cNvPr>
            <p:cNvPicPr>
              <a:picLocks noChangeAspect="1"/>
            </p:cNvPicPr>
            <p:nvPr/>
          </p:nvPicPr>
          <p:blipFill>
            <a:blip r:embed="rId26">
              <a:extLst>
                <a:ext uri="{28A0092B-C50C-407E-A947-70E740481C1C}">
                  <a14:useLocalDpi xmlns:a14="http://schemas.microsoft.com/office/drawing/2010/main" val="0"/>
                </a:ext>
              </a:extLst>
            </a:blip>
            <a:srcRect/>
            <a:stretch>
              <a:fillRect/>
            </a:stretch>
          </p:blipFill>
          <p:spPr bwMode="auto">
            <a:xfrm>
              <a:off x="4092855" y="5281151"/>
              <a:ext cx="373300" cy="3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24" name="Picture 28">
              <a:extLst>
                <a:ext uri="{FF2B5EF4-FFF2-40B4-BE49-F238E27FC236}">
                  <a16:creationId xmlns:a16="http://schemas.microsoft.com/office/drawing/2014/main" id="{F7250D41-13A3-ED84-7D53-6968792C568A}"/>
                </a:ext>
              </a:extLst>
            </p:cNvPr>
            <p:cNvPicPr>
              <a:picLocks noChangeAspect="1"/>
            </p:cNvPicPr>
            <p:nvPr/>
          </p:nvPicPr>
          <p:blipFill>
            <a:blip r:embed="rId27">
              <a:extLst>
                <a:ext uri="{28A0092B-C50C-407E-A947-70E740481C1C}">
                  <a14:useLocalDpi xmlns:a14="http://schemas.microsoft.com/office/drawing/2010/main" val="0"/>
                </a:ext>
              </a:extLst>
            </a:blip>
            <a:srcRect/>
            <a:stretch>
              <a:fillRect/>
            </a:stretch>
          </p:blipFill>
          <p:spPr bwMode="auto">
            <a:xfrm>
              <a:off x="733233" y="5811345"/>
              <a:ext cx="373300" cy="3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25" name="Picture 29">
              <a:extLst>
                <a:ext uri="{FF2B5EF4-FFF2-40B4-BE49-F238E27FC236}">
                  <a16:creationId xmlns:a16="http://schemas.microsoft.com/office/drawing/2014/main" id="{6A415FC3-54BA-BA23-E0C9-98962A09D92C}"/>
                </a:ext>
              </a:extLst>
            </p:cNvPr>
            <p:cNvPicPr>
              <a:picLocks noChangeAspect="1"/>
            </p:cNvPicPr>
            <p:nvPr/>
          </p:nvPicPr>
          <p:blipFill>
            <a:blip r:embed="rId28">
              <a:extLst>
                <a:ext uri="{28A0092B-C50C-407E-A947-70E740481C1C}">
                  <a14:useLocalDpi xmlns:a14="http://schemas.microsoft.com/office/drawing/2010/main" val="0"/>
                </a:ext>
              </a:extLst>
            </a:blip>
            <a:srcRect/>
            <a:stretch>
              <a:fillRect/>
            </a:stretch>
          </p:blipFill>
          <p:spPr bwMode="auto">
            <a:xfrm>
              <a:off x="1298872" y="5811345"/>
              <a:ext cx="373300" cy="3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26" name="Picture 30">
              <a:extLst>
                <a:ext uri="{FF2B5EF4-FFF2-40B4-BE49-F238E27FC236}">
                  <a16:creationId xmlns:a16="http://schemas.microsoft.com/office/drawing/2014/main" id="{919BC758-1F95-D92D-56D2-0ACB29B3D003}"/>
                </a:ext>
              </a:extLst>
            </p:cNvPr>
            <p:cNvPicPr>
              <a:picLocks noChangeAspect="1"/>
            </p:cNvPicPr>
            <p:nvPr/>
          </p:nvPicPr>
          <p:blipFill>
            <a:blip r:embed="rId29">
              <a:extLst>
                <a:ext uri="{28A0092B-C50C-407E-A947-70E740481C1C}">
                  <a14:useLocalDpi xmlns:a14="http://schemas.microsoft.com/office/drawing/2010/main" val="0"/>
                </a:ext>
              </a:extLst>
            </a:blip>
            <a:srcRect/>
            <a:stretch>
              <a:fillRect/>
            </a:stretch>
          </p:blipFill>
          <p:spPr bwMode="auto">
            <a:xfrm>
              <a:off x="1864511" y="5811345"/>
              <a:ext cx="373300" cy="3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27" name="Picture 31">
              <a:extLst>
                <a:ext uri="{FF2B5EF4-FFF2-40B4-BE49-F238E27FC236}">
                  <a16:creationId xmlns:a16="http://schemas.microsoft.com/office/drawing/2014/main" id="{C3DBF1C3-3E8D-B0C9-B60C-98497EA334CE}"/>
                </a:ext>
              </a:extLst>
            </p:cNvPr>
            <p:cNvPicPr>
              <a:picLocks noChangeAspect="1"/>
            </p:cNvPicPr>
            <p:nvPr/>
          </p:nvPicPr>
          <p:blipFill>
            <a:blip r:embed="rId30">
              <a:extLst>
                <a:ext uri="{28A0092B-C50C-407E-A947-70E740481C1C}">
                  <a14:useLocalDpi xmlns:a14="http://schemas.microsoft.com/office/drawing/2010/main" val="0"/>
                </a:ext>
              </a:extLst>
            </a:blip>
            <a:srcRect/>
            <a:stretch>
              <a:fillRect/>
            </a:stretch>
          </p:blipFill>
          <p:spPr bwMode="auto">
            <a:xfrm>
              <a:off x="2430150" y="5811345"/>
              <a:ext cx="373300" cy="3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28" name="Picture 32">
              <a:extLst>
                <a:ext uri="{FF2B5EF4-FFF2-40B4-BE49-F238E27FC236}">
                  <a16:creationId xmlns:a16="http://schemas.microsoft.com/office/drawing/2014/main" id="{735FFA39-F74A-8906-88F2-F892B021D204}"/>
                </a:ext>
              </a:extLst>
            </p:cNvPr>
            <p:cNvPicPr>
              <a:picLocks noChangeAspect="1"/>
            </p:cNvPicPr>
            <p:nvPr/>
          </p:nvPicPr>
          <p:blipFill>
            <a:blip r:embed="rId31">
              <a:extLst>
                <a:ext uri="{28A0092B-C50C-407E-A947-70E740481C1C}">
                  <a14:useLocalDpi xmlns:a14="http://schemas.microsoft.com/office/drawing/2010/main" val="0"/>
                </a:ext>
              </a:extLst>
            </a:blip>
            <a:srcRect/>
            <a:stretch>
              <a:fillRect/>
            </a:stretch>
          </p:blipFill>
          <p:spPr bwMode="auto">
            <a:xfrm>
              <a:off x="2995789" y="5811345"/>
              <a:ext cx="373300" cy="3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29" name="Picture 33">
              <a:extLst>
                <a:ext uri="{FF2B5EF4-FFF2-40B4-BE49-F238E27FC236}">
                  <a16:creationId xmlns:a16="http://schemas.microsoft.com/office/drawing/2014/main" id="{AD529B8A-050F-F306-D7DD-7871A02BD363}"/>
                </a:ext>
              </a:extLst>
            </p:cNvPr>
            <p:cNvPicPr>
              <a:picLocks noChangeAspect="1"/>
            </p:cNvPicPr>
            <p:nvPr/>
          </p:nvPicPr>
          <p:blipFill>
            <a:blip r:embed="rId32">
              <a:extLst>
                <a:ext uri="{28A0092B-C50C-407E-A947-70E740481C1C}">
                  <a14:useLocalDpi xmlns:a14="http://schemas.microsoft.com/office/drawing/2010/main" val="0"/>
                </a:ext>
              </a:extLst>
            </a:blip>
            <a:srcRect/>
            <a:stretch>
              <a:fillRect/>
            </a:stretch>
          </p:blipFill>
          <p:spPr bwMode="auto">
            <a:xfrm>
              <a:off x="3561428" y="5811345"/>
              <a:ext cx="373300" cy="3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0" name="Picture 34">
              <a:extLst>
                <a:ext uri="{FF2B5EF4-FFF2-40B4-BE49-F238E27FC236}">
                  <a16:creationId xmlns:a16="http://schemas.microsoft.com/office/drawing/2014/main" id="{6D628CEA-BB3D-B2C4-F4EE-F65B11A48265}"/>
                </a:ext>
              </a:extLst>
            </p:cNvPr>
            <p:cNvPicPr>
              <a:picLocks noChangeAspect="1"/>
            </p:cNvPicPr>
            <p:nvPr/>
          </p:nvPicPr>
          <p:blipFill>
            <a:blip r:embed="rId33">
              <a:extLst>
                <a:ext uri="{28A0092B-C50C-407E-A947-70E740481C1C}">
                  <a14:useLocalDpi xmlns:a14="http://schemas.microsoft.com/office/drawing/2010/main" val="0"/>
                </a:ext>
              </a:extLst>
            </a:blip>
            <a:srcRect/>
            <a:stretch>
              <a:fillRect/>
            </a:stretch>
          </p:blipFill>
          <p:spPr bwMode="auto">
            <a:xfrm>
              <a:off x="4127068" y="5811345"/>
              <a:ext cx="373300" cy="3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36" name="Diagram 35">
            <a:extLst>
              <a:ext uri="{FF2B5EF4-FFF2-40B4-BE49-F238E27FC236}">
                <a16:creationId xmlns:a16="http://schemas.microsoft.com/office/drawing/2014/main" id="{15CAC1F5-6EB8-DEE0-7609-1645AB3AAFB7}"/>
              </a:ext>
            </a:extLst>
          </p:cNvPr>
          <p:cNvGraphicFramePr/>
          <p:nvPr/>
        </p:nvGraphicFramePr>
        <p:xfrm>
          <a:off x="3734504" y="2078368"/>
          <a:ext cx="1316588" cy="841475"/>
        </p:xfrm>
        <a:graphic>
          <a:graphicData uri="http://schemas.openxmlformats.org/drawingml/2006/diagram">
            <dgm:relIds xmlns:dgm="http://schemas.openxmlformats.org/drawingml/2006/diagram" xmlns:r="http://schemas.openxmlformats.org/officeDocument/2006/relationships" r:dm="rId34" r:lo="rId35" r:qs="rId36" r:cs="rId37"/>
          </a:graphicData>
        </a:graphic>
      </p:graphicFrame>
      <p:graphicFrame>
        <p:nvGraphicFramePr>
          <p:cNvPr id="37" name="Diagram 36">
            <a:extLst>
              <a:ext uri="{FF2B5EF4-FFF2-40B4-BE49-F238E27FC236}">
                <a16:creationId xmlns:a16="http://schemas.microsoft.com/office/drawing/2014/main" id="{904BD92C-3267-E960-862E-20DB2FEB30D6}"/>
              </a:ext>
            </a:extLst>
          </p:cNvPr>
          <p:cNvGraphicFramePr/>
          <p:nvPr/>
        </p:nvGraphicFramePr>
        <p:xfrm>
          <a:off x="3753270" y="2935928"/>
          <a:ext cx="1339950" cy="490777"/>
        </p:xfrm>
        <a:graphic>
          <a:graphicData uri="http://schemas.openxmlformats.org/drawingml/2006/diagram">
            <dgm:relIds xmlns:dgm="http://schemas.openxmlformats.org/drawingml/2006/diagram" xmlns:r="http://schemas.openxmlformats.org/officeDocument/2006/relationships" r:dm="rId39" r:lo="rId40" r:qs="rId41" r:cs="rId42"/>
          </a:graphicData>
        </a:graphic>
      </p:graphicFrame>
      <p:graphicFrame>
        <p:nvGraphicFramePr>
          <p:cNvPr id="38" name="Diagram 37">
            <a:extLst>
              <a:ext uri="{FF2B5EF4-FFF2-40B4-BE49-F238E27FC236}">
                <a16:creationId xmlns:a16="http://schemas.microsoft.com/office/drawing/2014/main" id="{EA091081-2985-12E9-3E92-F472397DC21D}"/>
              </a:ext>
            </a:extLst>
          </p:cNvPr>
          <p:cNvGraphicFramePr/>
          <p:nvPr/>
        </p:nvGraphicFramePr>
        <p:xfrm>
          <a:off x="5265063" y="3098359"/>
          <a:ext cx="1072559" cy="995687"/>
        </p:xfrm>
        <a:graphic>
          <a:graphicData uri="http://schemas.openxmlformats.org/drawingml/2006/diagram">
            <dgm:relIds xmlns:dgm="http://schemas.openxmlformats.org/drawingml/2006/diagram" xmlns:r="http://schemas.openxmlformats.org/officeDocument/2006/relationships" r:dm="rId44" r:lo="rId45" r:qs="rId46" r:cs="rId47"/>
          </a:graphicData>
        </a:graphic>
      </p:graphicFrame>
      <p:graphicFrame>
        <p:nvGraphicFramePr>
          <p:cNvPr id="39" name="Diagram 38">
            <a:extLst>
              <a:ext uri="{FF2B5EF4-FFF2-40B4-BE49-F238E27FC236}">
                <a16:creationId xmlns:a16="http://schemas.microsoft.com/office/drawing/2014/main" id="{3C25F3FE-2E68-5DED-ADEC-EC10D84B864C}"/>
              </a:ext>
            </a:extLst>
          </p:cNvPr>
          <p:cNvGraphicFramePr/>
          <p:nvPr/>
        </p:nvGraphicFramePr>
        <p:xfrm>
          <a:off x="3650584" y="3620825"/>
          <a:ext cx="1360322" cy="347354"/>
        </p:xfrm>
        <a:graphic>
          <a:graphicData uri="http://schemas.openxmlformats.org/drawingml/2006/diagram">
            <dgm:relIds xmlns:dgm="http://schemas.openxmlformats.org/drawingml/2006/diagram" xmlns:r="http://schemas.openxmlformats.org/officeDocument/2006/relationships" r:dm="rId49" r:lo="rId50" r:qs="rId51" r:cs="rId52"/>
          </a:graphicData>
        </a:graphic>
      </p:graphicFrame>
      <p:graphicFrame>
        <p:nvGraphicFramePr>
          <p:cNvPr id="40" name="Diagram 39">
            <a:extLst>
              <a:ext uri="{FF2B5EF4-FFF2-40B4-BE49-F238E27FC236}">
                <a16:creationId xmlns:a16="http://schemas.microsoft.com/office/drawing/2014/main" id="{A6218018-EB8E-C6AD-711A-1F2BFCAAC384}"/>
              </a:ext>
            </a:extLst>
          </p:cNvPr>
          <p:cNvGraphicFramePr/>
          <p:nvPr/>
        </p:nvGraphicFramePr>
        <p:xfrm>
          <a:off x="3637083" y="5133975"/>
          <a:ext cx="1162063" cy="1073972"/>
        </p:xfrm>
        <a:graphic>
          <a:graphicData uri="http://schemas.openxmlformats.org/drawingml/2006/diagram">
            <dgm:relIds xmlns:dgm="http://schemas.openxmlformats.org/drawingml/2006/diagram" xmlns:r="http://schemas.openxmlformats.org/officeDocument/2006/relationships" r:dm="rId54" r:lo="rId55" r:qs="rId56" r:cs="rId57"/>
          </a:graphicData>
        </a:graphic>
      </p:graphicFrame>
      <p:graphicFrame>
        <p:nvGraphicFramePr>
          <p:cNvPr id="41" name="Diagram 40">
            <a:extLst>
              <a:ext uri="{FF2B5EF4-FFF2-40B4-BE49-F238E27FC236}">
                <a16:creationId xmlns:a16="http://schemas.microsoft.com/office/drawing/2014/main" id="{E3C22198-6904-CB29-A6C4-16B368A4D7E5}"/>
              </a:ext>
            </a:extLst>
          </p:cNvPr>
          <p:cNvGraphicFramePr/>
          <p:nvPr/>
        </p:nvGraphicFramePr>
        <p:xfrm>
          <a:off x="3740126" y="4148483"/>
          <a:ext cx="2440353" cy="847495"/>
        </p:xfrm>
        <a:graphic>
          <a:graphicData uri="http://schemas.openxmlformats.org/drawingml/2006/diagram">
            <dgm:relIds xmlns:dgm="http://schemas.openxmlformats.org/drawingml/2006/diagram" xmlns:r="http://schemas.openxmlformats.org/officeDocument/2006/relationships" r:dm="rId59" r:lo="rId60" r:qs="rId61" r:cs="rId62"/>
          </a:graphicData>
        </a:graphic>
      </p:graphicFrame>
      <p:graphicFrame>
        <p:nvGraphicFramePr>
          <p:cNvPr id="42" name="Diagram 41">
            <a:extLst>
              <a:ext uri="{FF2B5EF4-FFF2-40B4-BE49-F238E27FC236}">
                <a16:creationId xmlns:a16="http://schemas.microsoft.com/office/drawing/2014/main" id="{C73CBDAE-9C36-9C26-F439-202F162D104B}"/>
              </a:ext>
            </a:extLst>
          </p:cNvPr>
          <p:cNvGraphicFramePr/>
          <p:nvPr/>
        </p:nvGraphicFramePr>
        <p:xfrm>
          <a:off x="5197827" y="5045753"/>
          <a:ext cx="1207033" cy="1402149"/>
        </p:xfrm>
        <a:graphic>
          <a:graphicData uri="http://schemas.openxmlformats.org/drawingml/2006/diagram">
            <dgm:relIds xmlns:dgm="http://schemas.openxmlformats.org/drawingml/2006/diagram" xmlns:r="http://schemas.openxmlformats.org/officeDocument/2006/relationships" r:dm="rId64" r:lo="rId65" r:qs="rId66" r:cs="rId67"/>
          </a:graphicData>
        </a:graphic>
      </p:graphicFrame>
      <p:pic>
        <p:nvPicPr>
          <p:cNvPr id="25611" name="Picture 42">
            <a:extLst>
              <a:ext uri="{FF2B5EF4-FFF2-40B4-BE49-F238E27FC236}">
                <a16:creationId xmlns:a16="http://schemas.microsoft.com/office/drawing/2014/main" id="{45D53560-2564-0741-F849-BED6D4898826}"/>
              </a:ext>
            </a:extLst>
          </p:cNvPr>
          <p:cNvPicPr>
            <a:picLocks noChangeAspect="1"/>
          </p:cNvPicPr>
          <p:nvPr/>
        </p:nvPicPr>
        <p:blipFill>
          <a:blip r:embed="rId69">
            <a:extLst>
              <a:ext uri="{28A0092B-C50C-407E-A947-70E740481C1C}">
                <a14:useLocalDpi xmlns:a14="http://schemas.microsoft.com/office/drawing/2010/main" val="0"/>
              </a:ext>
            </a:extLst>
          </a:blip>
          <a:srcRect/>
          <a:stretch>
            <a:fillRect/>
          </a:stretch>
        </p:blipFill>
        <p:spPr bwMode="auto">
          <a:xfrm>
            <a:off x="7043738" y="4621213"/>
            <a:ext cx="542925"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2" name="Picture 43">
            <a:extLst>
              <a:ext uri="{FF2B5EF4-FFF2-40B4-BE49-F238E27FC236}">
                <a16:creationId xmlns:a16="http://schemas.microsoft.com/office/drawing/2014/main" id="{C88DD6D3-826C-E719-52D5-D824B8B811F0}"/>
              </a:ext>
            </a:extLst>
          </p:cNvPr>
          <p:cNvPicPr>
            <a:picLocks noChangeAspect="1"/>
          </p:cNvPicPr>
          <p:nvPr/>
        </p:nvPicPr>
        <p:blipFill>
          <a:blip r:embed="rId70">
            <a:extLst>
              <a:ext uri="{28A0092B-C50C-407E-A947-70E740481C1C}">
                <a14:useLocalDpi xmlns:a14="http://schemas.microsoft.com/office/drawing/2010/main" val="0"/>
              </a:ext>
            </a:extLst>
          </a:blip>
          <a:srcRect/>
          <a:stretch>
            <a:fillRect/>
          </a:stretch>
        </p:blipFill>
        <p:spPr bwMode="auto">
          <a:xfrm>
            <a:off x="7499350" y="5435600"/>
            <a:ext cx="541338"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3" name="Picture 44">
            <a:extLst>
              <a:ext uri="{FF2B5EF4-FFF2-40B4-BE49-F238E27FC236}">
                <a16:creationId xmlns:a16="http://schemas.microsoft.com/office/drawing/2014/main" id="{1C0E9B77-4851-2ECE-D58F-521A42E438DC}"/>
              </a:ext>
            </a:extLst>
          </p:cNvPr>
          <p:cNvPicPr>
            <a:picLocks noChangeAspect="1"/>
          </p:cNvPicPr>
          <p:nvPr/>
        </p:nvPicPr>
        <p:blipFill>
          <a:blip r:embed="rId71">
            <a:extLst>
              <a:ext uri="{28A0092B-C50C-407E-A947-70E740481C1C}">
                <a14:useLocalDpi xmlns:a14="http://schemas.microsoft.com/office/drawing/2010/main" val="0"/>
              </a:ext>
            </a:extLst>
          </a:blip>
          <a:srcRect/>
          <a:stretch>
            <a:fillRect/>
          </a:stretch>
        </p:blipFill>
        <p:spPr bwMode="auto">
          <a:xfrm>
            <a:off x="7888288" y="4611688"/>
            <a:ext cx="542925"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4" name="Picture 45">
            <a:extLst>
              <a:ext uri="{FF2B5EF4-FFF2-40B4-BE49-F238E27FC236}">
                <a16:creationId xmlns:a16="http://schemas.microsoft.com/office/drawing/2014/main" id="{E461FFF5-985E-3988-4DF6-60AFB0E50384}"/>
              </a:ext>
            </a:extLst>
          </p:cNvPr>
          <p:cNvPicPr>
            <a:picLocks noChangeAspect="1"/>
          </p:cNvPicPr>
          <p:nvPr/>
        </p:nvPicPr>
        <p:blipFill>
          <a:blip r:embed="rId72">
            <a:extLst>
              <a:ext uri="{28A0092B-C50C-407E-A947-70E740481C1C}">
                <a14:useLocalDpi xmlns:a14="http://schemas.microsoft.com/office/drawing/2010/main" val="0"/>
              </a:ext>
            </a:extLst>
          </a:blip>
          <a:srcRect/>
          <a:stretch>
            <a:fillRect/>
          </a:stretch>
        </p:blipFill>
        <p:spPr bwMode="auto">
          <a:xfrm>
            <a:off x="7135813" y="3595688"/>
            <a:ext cx="1295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5" name="Picture 46">
            <a:extLst>
              <a:ext uri="{FF2B5EF4-FFF2-40B4-BE49-F238E27FC236}">
                <a16:creationId xmlns:a16="http://schemas.microsoft.com/office/drawing/2014/main" id="{6A383F43-4A1A-7CE7-F9B7-262F4E51315A}"/>
              </a:ext>
            </a:extLst>
          </p:cNvPr>
          <p:cNvPicPr>
            <a:picLocks noChangeAspect="1"/>
          </p:cNvPicPr>
          <p:nvPr/>
        </p:nvPicPr>
        <p:blipFill>
          <a:blip r:embed="rId73">
            <a:extLst>
              <a:ext uri="{28A0092B-C50C-407E-A947-70E740481C1C}">
                <a14:useLocalDpi xmlns:a14="http://schemas.microsoft.com/office/drawing/2010/main" val="0"/>
              </a:ext>
            </a:extLst>
          </a:blip>
          <a:srcRect/>
          <a:stretch>
            <a:fillRect/>
          </a:stretch>
        </p:blipFill>
        <p:spPr bwMode="auto">
          <a:xfrm>
            <a:off x="7127875" y="2852738"/>
            <a:ext cx="13033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6" name="Picture 47">
            <a:extLst>
              <a:ext uri="{FF2B5EF4-FFF2-40B4-BE49-F238E27FC236}">
                <a16:creationId xmlns:a16="http://schemas.microsoft.com/office/drawing/2014/main" id="{9E5A8F90-3EC8-A981-6BA0-5A0AE1BBFC73}"/>
              </a:ext>
            </a:extLst>
          </p:cNvPr>
          <p:cNvPicPr>
            <a:picLocks noChangeAspect="1"/>
          </p:cNvPicPr>
          <p:nvPr/>
        </p:nvPicPr>
        <p:blipFill>
          <a:blip r:embed="rId74">
            <a:extLst>
              <a:ext uri="{28A0092B-C50C-407E-A947-70E740481C1C}">
                <a14:useLocalDpi xmlns:a14="http://schemas.microsoft.com/office/drawing/2010/main" val="0"/>
              </a:ext>
            </a:extLst>
          </a:blip>
          <a:srcRect/>
          <a:stretch>
            <a:fillRect/>
          </a:stretch>
        </p:blipFill>
        <p:spPr bwMode="auto">
          <a:xfrm>
            <a:off x="7127875" y="2144713"/>
            <a:ext cx="1295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1558</TotalTime>
  <Words>2982</Words>
  <Application>Microsoft Office PowerPoint</Application>
  <PresentationFormat>Presentación en pantalla (4:3)</PresentationFormat>
  <Paragraphs>267</Paragraphs>
  <Slides>20</Slides>
  <Notes>6</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20</vt:i4>
      </vt:variant>
    </vt:vector>
  </HeadingPairs>
  <TitlesOfParts>
    <vt:vector size="31" baseType="lpstr">
      <vt:lpstr>Aptos</vt:lpstr>
      <vt:lpstr>Arial</vt:lpstr>
      <vt:lpstr>Calibri</vt:lpstr>
      <vt:lpstr>Calibri Light</vt:lpstr>
      <vt:lpstr>Helvetica</vt:lpstr>
      <vt:lpstr>Roboto</vt:lpstr>
      <vt:lpstr>Söhne</vt:lpstr>
      <vt:lpstr>Symbol</vt:lpstr>
      <vt:lpstr>Times New Roman</vt:lpstr>
      <vt:lpstr>Wingdings</vt:lpstr>
      <vt:lpstr>Office Theme</vt:lpstr>
      <vt:lpstr>  Asignatura: Administración de Proyectos de T.I.  Dr. Edgar Olguín Guzmán</vt:lpstr>
      <vt:lpstr>Introducción</vt:lpstr>
      <vt:lpstr>Introducción</vt:lpstr>
      <vt:lpstr>Marco Teórico</vt:lpstr>
      <vt:lpstr>Datos de la Organización</vt:lpstr>
      <vt:lpstr>Información del Proyecto </vt:lpstr>
      <vt:lpstr>Justificación del proyecto</vt:lpstr>
      <vt:lpstr>Fase de Inicio</vt:lpstr>
      <vt:lpstr>Fase de Planificación</vt:lpstr>
      <vt:lpstr>Link de Gráfica de Gantt</vt:lpstr>
      <vt:lpstr>Fase de Ejecución</vt:lpstr>
      <vt:lpstr>Fase de Monitoreo y Control</vt:lpstr>
      <vt:lpstr>Fase de Cierre</vt:lpstr>
      <vt:lpstr>Link de portafolio de evidencias (Compartir el drive, con documentos en carpetas por cada fase)</vt:lpstr>
      <vt:lpstr>Beneficios del proyecto para los usuarios finales</vt:lpstr>
      <vt:lpstr>Conclusiones</vt:lpstr>
      <vt:lpstr>Opciones de certificación </vt:lpstr>
      <vt:lpstr>Aportaciones Profesionales de la asignatura con visión de un egresado de  MIoT</vt:lpstr>
      <vt:lpstr>¡Gracias! Erick Renato Vega Ceron ve502295@uaeh.edu.mx</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Erick Vega</cp:lastModifiedBy>
  <cp:revision>17</cp:revision>
  <dcterms:created xsi:type="dcterms:W3CDTF">2022-01-12T06:30:50Z</dcterms:created>
  <dcterms:modified xsi:type="dcterms:W3CDTF">2024-05-22T23:37:30Z</dcterms:modified>
</cp:coreProperties>
</file>