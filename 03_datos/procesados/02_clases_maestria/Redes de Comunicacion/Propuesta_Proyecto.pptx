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9" r:id="rId3"/>
    <p:sldId id="272" r:id="rId4"/>
    <p:sldId id="259" r:id="rId5"/>
    <p:sldId id="268" r:id="rId6"/>
    <p:sldId id="261" r:id="rId7"/>
    <p:sldId id="258" r:id="rId8"/>
    <p:sldId id="263" r:id="rId9"/>
    <p:sldId id="262" r:id="rId10"/>
    <p:sldId id="264" r:id="rId11"/>
    <p:sldId id="265" r:id="rId12"/>
    <p:sldId id="266" r:id="rId13"/>
    <p:sldId id="267" r:id="rId14"/>
    <p:sldId id="270" r:id="rId15"/>
    <p:sldId id="271" r:id="rId16"/>
    <p:sldId id="260" r:id="rId17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64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48" autoAdjust="0"/>
  </p:normalViewPr>
  <p:slideViewPr>
    <p:cSldViewPr snapToGrid="0">
      <p:cViewPr varScale="1">
        <p:scale>
          <a:sx n="155" d="100"/>
          <a:sy n="155" d="100"/>
        </p:scale>
        <p:origin x="3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Vega" userId="65e1e5dacfec4262" providerId="LiveId" clId="{BA5AE830-1FC2-43BB-BF20-A963A5667A72}"/>
    <pc:docChg chg="undo redo custSel addSld delSld modSld sldOrd modMainMaster">
      <pc:chgData name="Erick Vega" userId="65e1e5dacfec4262" providerId="LiveId" clId="{BA5AE830-1FC2-43BB-BF20-A963A5667A72}" dt="2023-09-02T18:35:31.337" v="10311" actId="14100"/>
      <pc:docMkLst>
        <pc:docMk/>
      </pc:docMkLst>
      <pc:sldChg chg="addSp delSp modSp mod">
        <pc:chgData name="Erick Vega" userId="65e1e5dacfec4262" providerId="LiveId" clId="{BA5AE830-1FC2-43BB-BF20-A963A5667A72}" dt="2023-09-02T18:35:31.337" v="10311" actId="14100"/>
        <pc:sldMkLst>
          <pc:docMk/>
          <pc:sldMk cId="1487700712" sldId="256"/>
        </pc:sldMkLst>
        <pc:spChg chg="del mod">
          <ac:chgData name="Erick Vega" userId="65e1e5dacfec4262" providerId="LiveId" clId="{BA5AE830-1FC2-43BB-BF20-A963A5667A72}" dt="2023-08-24T00:19:55.131" v="783" actId="478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Erick Vega" userId="65e1e5dacfec4262" providerId="LiveId" clId="{BA5AE830-1FC2-43BB-BF20-A963A5667A72}" dt="2023-08-24T00:30:05.055" v="966" actId="2710"/>
          <ac:spMkLst>
            <pc:docMk/>
            <pc:sldMk cId="1487700712" sldId="256"/>
            <ac:spMk id="3" creationId="{48B6CF59-4E5B-494D-A2F7-97ADD01E6497}"/>
          </ac:spMkLst>
        </pc:spChg>
        <pc:spChg chg="add mod">
          <ac:chgData name="Erick Vega" userId="65e1e5dacfec4262" providerId="LiveId" clId="{BA5AE830-1FC2-43BB-BF20-A963A5667A72}" dt="2023-08-25T00:20:48.374" v="9981" actId="6549"/>
          <ac:spMkLst>
            <pc:docMk/>
            <pc:sldMk cId="1487700712" sldId="256"/>
            <ac:spMk id="4" creationId="{163A0D6E-69A0-464D-8E0F-B04910A3CCF2}"/>
          </ac:spMkLst>
        </pc:spChg>
        <pc:spChg chg="add del mod">
          <ac:chgData name="Erick Vega" userId="65e1e5dacfec4262" providerId="LiveId" clId="{BA5AE830-1FC2-43BB-BF20-A963A5667A72}" dt="2023-08-23T23:24:17.579" v="116" actId="403"/>
          <ac:spMkLst>
            <pc:docMk/>
            <pc:sldMk cId="1487700712" sldId="256"/>
            <ac:spMk id="11" creationId="{447FB733-07AB-486E-A8DC-851B359839AD}"/>
          </ac:spMkLst>
        </pc:spChg>
        <pc:spChg chg="add mod">
          <ac:chgData name="Erick Vega" userId="65e1e5dacfec4262" providerId="LiveId" clId="{BA5AE830-1FC2-43BB-BF20-A963A5667A72}" dt="2023-08-24T00:02:20.650" v="578" actId="21"/>
          <ac:spMkLst>
            <pc:docMk/>
            <pc:sldMk cId="1487700712" sldId="256"/>
            <ac:spMk id="21" creationId="{45C64C72-8388-4161-9CAC-C4928CE0AE54}"/>
          </ac:spMkLst>
        </pc:spChg>
        <pc:spChg chg="add mod">
          <ac:chgData name="Erick Vega" userId="65e1e5dacfec4262" providerId="LiveId" clId="{BA5AE830-1FC2-43BB-BF20-A963A5667A72}" dt="2023-08-24T00:26:43.203" v="886" actId="313"/>
          <ac:spMkLst>
            <pc:docMk/>
            <pc:sldMk cId="1487700712" sldId="256"/>
            <ac:spMk id="23" creationId="{23BEC374-599F-4825-BC09-92D01955AB4B}"/>
          </ac:spMkLst>
        </pc:spChg>
        <pc:picChg chg="add mod">
          <ac:chgData name="Erick Vega" userId="65e1e5dacfec4262" providerId="LiveId" clId="{BA5AE830-1FC2-43BB-BF20-A963A5667A72}" dt="2023-08-24T00:19:26.183" v="781" actId="1076"/>
          <ac:picMkLst>
            <pc:docMk/>
            <pc:sldMk cId="1487700712" sldId="256"/>
            <ac:picMk id="6" creationId="{3AAC4F1C-45A0-42B2-BB27-D9A6B869EA45}"/>
          </ac:picMkLst>
        </pc:picChg>
        <pc:picChg chg="add del mod ord">
          <ac:chgData name="Erick Vega" userId="65e1e5dacfec4262" providerId="LiveId" clId="{BA5AE830-1FC2-43BB-BF20-A963A5667A72}" dt="2023-09-02T18:35:12.713" v="10305" actId="14100"/>
          <ac:picMkLst>
            <pc:docMk/>
            <pc:sldMk cId="1487700712" sldId="256"/>
            <ac:picMk id="7" creationId="{3840F91C-EDD0-4D4E-A4AB-E6C77856C88C}"/>
          </ac:picMkLst>
        </pc:picChg>
        <pc:picChg chg="add del">
          <ac:chgData name="Erick Vega" userId="65e1e5dacfec4262" providerId="LiveId" clId="{BA5AE830-1FC2-43BB-BF20-A963A5667A72}" dt="2023-08-23T23:20:59.900" v="75"/>
          <ac:picMkLst>
            <pc:docMk/>
            <pc:sldMk cId="1487700712" sldId="256"/>
            <ac:picMk id="1026" creationId="{DB9D51E0-91E5-4143-8BA4-42BC348530B6}"/>
          </ac:picMkLst>
        </pc:picChg>
        <pc:picChg chg="add del">
          <ac:chgData name="Erick Vega" userId="65e1e5dacfec4262" providerId="LiveId" clId="{BA5AE830-1FC2-43BB-BF20-A963A5667A72}" dt="2023-08-23T23:21:07.295" v="81"/>
          <ac:picMkLst>
            <pc:docMk/>
            <pc:sldMk cId="1487700712" sldId="256"/>
            <ac:picMk id="1028" creationId="{C3668894-61CA-4D7D-9FF2-A8E90597CFD6}"/>
          </ac:picMkLst>
        </pc:picChg>
        <pc:picChg chg="add del">
          <ac:chgData name="Erick Vega" userId="65e1e5dacfec4262" providerId="LiveId" clId="{BA5AE830-1FC2-43BB-BF20-A963A5667A72}" dt="2023-08-23T23:21:35.163" v="85"/>
          <ac:picMkLst>
            <pc:docMk/>
            <pc:sldMk cId="1487700712" sldId="256"/>
            <ac:picMk id="1030" creationId="{4FCD28F7-0A24-4005-AF03-78482EF19B04}"/>
          </ac:picMkLst>
        </pc:picChg>
        <pc:picChg chg="add mod">
          <ac:chgData name="Erick Vega" userId="65e1e5dacfec4262" providerId="LiveId" clId="{BA5AE830-1FC2-43BB-BF20-A963A5667A72}" dt="2023-08-24T00:08:43.699" v="638" actId="14100"/>
          <ac:picMkLst>
            <pc:docMk/>
            <pc:sldMk cId="1487700712" sldId="256"/>
            <ac:picMk id="1032" creationId="{14EDAFC5-42AE-4647-BA06-E30672BB9329}"/>
          </ac:picMkLst>
        </pc:picChg>
        <pc:picChg chg="add mod">
          <ac:chgData name="Erick Vega" userId="65e1e5dacfec4262" providerId="LiveId" clId="{BA5AE830-1FC2-43BB-BF20-A963A5667A72}" dt="2023-09-02T18:35:31.337" v="10311" actId="14100"/>
          <ac:picMkLst>
            <pc:docMk/>
            <pc:sldMk cId="1487700712" sldId="256"/>
            <ac:picMk id="2050" creationId="{8AABBFA2-E89B-44F1-8A66-F2F863AF1DB2}"/>
          </ac:picMkLst>
        </pc:picChg>
      </pc:sldChg>
      <pc:sldChg chg="addSp delSp modSp mod">
        <pc:chgData name="Erick Vega" userId="65e1e5dacfec4262" providerId="LiveId" clId="{BA5AE830-1FC2-43BB-BF20-A963A5667A72}" dt="2023-08-24T22:30:08.089" v="6507" actId="27636"/>
        <pc:sldMkLst>
          <pc:docMk/>
          <pc:sldMk cId="497607547" sldId="258"/>
        </pc:sldMkLst>
        <pc:spChg chg="mod">
          <ac:chgData name="Erick Vega" userId="65e1e5dacfec4262" providerId="LiveId" clId="{BA5AE830-1FC2-43BB-BF20-A963A5667A72}" dt="2023-08-24T15:56:51.728" v="1743" actId="20577"/>
          <ac:spMkLst>
            <pc:docMk/>
            <pc:sldMk cId="497607547" sldId="258"/>
            <ac:spMk id="2" creationId="{921633EB-7DCB-4DDC-80AF-C885A3EE1245}"/>
          </ac:spMkLst>
        </pc:spChg>
        <pc:spChg chg="add del mod">
          <ac:chgData name="Erick Vega" userId="65e1e5dacfec4262" providerId="LiveId" clId="{BA5AE830-1FC2-43BB-BF20-A963A5667A72}" dt="2023-08-24T15:57:25.085" v="1745" actId="931"/>
          <ac:spMkLst>
            <pc:docMk/>
            <pc:sldMk cId="497607547" sldId="258"/>
            <ac:spMk id="4" creationId="{7647AE4C-68DB-4E5F-8FDD-8A173425EBBE}"/>
          </ac:spMkLst>
        </pc:spChg>
        <pc:spChg chg="add mod">
          <ac:chgData name="Erick Vega" userId="65e1e5dacfec4262" providerId="LiveId" clId="{BA5AE830-1FC2-43BB-BF20-A963A5667A72}" dt="2023-08-24T22:30:08.089" v="6507" actId="27636"/>
          <ac:spMkLst>
            <pc:docMk/>
            <pc:sldMk cId="497607547" sldId="258"/>
            <ac:spMk id="9" creationId="{5CE6D5E9-94A2-4782-8676-F3F4B2F7B902}"/>
          </ac:spMkLst>
        </pc:spChg>
        <pc:spChg chg="add del mod">
          <ac:chgData name="Erick Vega" userId="65e1e5dacfec4262" providerId="LiveId" clId="{BA5AE830-1FC2-43BB-BF20-A963A5667A72}" dt="2023-08-24T17:11:27.204" v="5803"/>
          <ac:spMkLst>
            <pc:docMk/>
            <pc:sldMk cId="497607547" sldId="258"/>
            <ac:spMk id="12" creationId="{87B7DC5F-11E6-4EA5-BE2F-E6DDE366B4F3}"/>
          </ac:spMkLst>
        </pc:spChg>
        <pc:picChg chg="add del mod ord">
          <ac:chgData name="Erick Vega" userId="65e1e5dacfec4262" providerId="LiveId" clId="{BA5AE830-1FC2-43BB-BF20-A963A5667A72}" dt="2023-08-24T15:48:40.663" v="1569" actId="478"/>
          <ac:picMkLst>
            <pc:docMk/>
            <pc:sldMk cId="497607547" sldId="258"/>
            <ac:picMk id="5" creationId="{32A508C2-7BD9-4BC9-84B9-7FB9975F3234}"/>
          </ac:picMkLst>
        </pc:picChg>
        <pc:picChg chg="add del mod">
          <ac:chgData name="Erick Vega" userId="65e1e5dacfec4262" providerId="LiveId" clId="{BA5AE830-1FC2-43BB-BF20-A963A5667A72}" dt="2023-08-24T17:11:17.921" v="5800" actId="478"/>
          <ac:picMkLst>
            <pc:docMk/>
            <pc:sldMk cId="497607547" sldId="258"/>
            <ac:picMk id="7" creationId="{A0D271BA-6881-472B-B7FB-82879E61F989}"/>
          </ac:picMkLst>
        </pc:picChg>
        <pc:picChg chg="del">
          <ac:chgData name="Erick Vega" userId="65e1e5dacfec4262" providerId="LiveId" clId="{BA5AE830-1FC2-43BB-BF20-A963A5667A72}" dt="2023-08-24T15:56:54.194" v="1744" actId="478"/>
          <ac:picMkLst>
            <pc:docMk/>
            <pc:sldMk cId="497607547" sldId="258"/>
            <ac:picMk id="11" creationId="{47D9BE16-119C-43B2-9AE6-18C4A150C0EF}"/>
          </ac:picMkLst>
        </pc:picChg>
        <pc:picChg chg="del">
          <ac:chgData name="Erick Vega" userId="65e1e5dacfec4262" providerId="LiveId" clId="{BA5AE830-1FC2-43BB-BF20-A963A5667A72}" dt="2023-08-24T15:57:27.616" v="1746" actId="478"/>
          <ac:picMkLst>
            <pc:docMk/>
            <pc:sldMk cId="497607547" sldId="258"/>
            <ac:picMk id="18" creationId="{BFEA8EC1-23A4-4843-A9C3-AE771D73392A}"/>
          </ac:picMkLst>
        </pc:picChg>
        <pc:picChg chg="add del">
          <ac:chgData name="Erick Vega" userId="65e1e5dacfec4262" providerId="LiveId" clId="{BA5AE830-1FC2-43BB-BF20-A963A5667A72}" dt="2023-08-24T17:11:23.513" v="5802" actId="478"/>
          <ac:picMkLst>
            <pc:docMk/>
            <pc:sldMk cId="497607547" sldId="258"/>
            <ac:picMk id="5122" creationId="{17EE1A73-7045-4020-BE31-C7B7403CF103}"/>
          </ac:picMkLst>
        </pc:picChg>
        <pc:picChg chg="add mod">
          <ac:chgData name="Erick Vega" userId="65e1e5dacfec4262" providerId="LiveId" clId="{BA5AE830-1FC2-43BB-BF20-A963A5667A72}" dt="2023-08-24T17:21:50.980" v="6243" actId="1076"/>
          <ac:picMkLst>
            <pc:docMk/>
            <pc:sldMk cId="497607547" sldId="258"/>
            <ac:picMk id="5124" creationId="{96DF15B7-BE22-4214-9F26-91687569FF18}"/>
          </ac:picMkLst>
        </pc:picChg>
      </pc:sldChg>
      <pc:sldChg chg="addSp delSp modSp mod ord">
        <pc:chgData name="Erick Vega" userId="65e1e5dacfec4262" providerId="LiveId" clId="{BA5AE830-1FC2-43BB-BF20-A963A5667A72}" dt="2023-09-02T18:34:34.339" v="10302" actId="1076"/>
        <pc:sldMkLst>
          <pc:docMk/>
          <pc:sldMk cId="4209322005" sldId="259"/>
        </pc:sldMkLst>
        <pc:spChg chg="mod">
          <ac:chgData name="Erick Vega" userId="65e1e5dacfec4262" providerId="LiveId" clId="{BA5AE830-1FC2-43BB-BF20-A963A5667A72}" dt="2023-08-24T00:37:32.591" v="1183" actId="1076"/>
          <ac:spMkLst>
            <pc:docMk/>
            <pc:sldMk cId="4209322005" sldId="259"/>
            <ac:spMk id="2" creationId="{7F2616EE-270D-4F4C-BA1F-2708D387B800}"/>
          </ac:spMkLst>
        </pc:spChg>
        <pc:graphicFrameChg chg="mod">
          <ac:chgData name="Erick Vega" userId="65e1e5dacfec4262" providerId="LiveId" clId="{BA5AE830-1FC2-43BB-BF20-A963A5667A72}" dt="2023-09-02T18:32:25.809" v="10290" actId="20577"/>
          <ac:graphicFrameMkLst>
            <pc:docMk/>
            <pc:sldMk cId="4209322005" sldId="259"/>
            <ac:graphicFrameMk id="6" creationId="{BF629521-FFD2-45DA-9D1D-A5F09BD5A2D9}"/>
          </ac:graphicFrameMkLst>
        </pc:graphicFrameChg>
        <pc:picChg chg="add mod">
          <ac:chgData name="Erick Vega" userId="65e1e5dacfec4262" providerId="LiveId" clId="{BA5AE830-1FC2-43BB-BF20-A963A5667A72}" dt="2023-09-02T18:34:34.339" v="10302" actId="1076"/>
          <ac:picMkLst>
            <pc:docMk/>
            <pc:sldMk cId="4209322005" sldId="259"/>
            <ac:picMk id="4" creationId="{DA530F6B-4149-4697-820B-5BBB51434714}"/>
          </ac:picMkLst>
        </pc:picChg>
        <pc:picChg chg="add mod">
          <ac:chgData name="Erick Vega" userId="65e1e5dacfec4262" providerId="LiveId" clId="{BA5AE830-1FC2-43BB-BF20-A963A5667A72}" dt="2023-09-02T18:33:00.714" v="10294" actId="1076"/>
          <ac:picMkLst>
            <pc:docMk/>
            <pc:sldMk cId="4209322005" sldId="259"/>
            <ac:picMk id="5" creationId="{F53C0CFB-33EB-4B7B-9512-CF3368D37C4D}"/>
          </ac:picMkLst>
        </pc:picChg>
        <pc:picChg chg="add mod">
          <ac:chgData name="Erick Vega" userId="65e1e5dacfec4262" providerId="LiveId" clId="{BA5AE830-1FC2-43BB-BF20-A963A5667A72}" dt="2023-09-02T18:32:01.905" v="10227" actId="1076"/>
          <ac:picMkLst>
            <pc:docMk/>
            <pc:sldMk cId="4209322005" sldId="259"/>
            <ac:picMk id="7" creationId="{9752F732-F218-49F8-AA32-E17B701D6D0E}"/>
          </ac:picMkLst>
        </pc:picChg>
        <pc:picChg chg="add del mod">
          <ac:chgData name="Erick Vega" userId="65e1e5dacfec4262" providerId="LiveId" clId="{BA5AE830-1FC2-43BB-BF20-A963A5667A72}" dt="2023-08-24T00:45:33.076" v="1427" actId="478"/>
          <ac:picMkLst>
            <pc:docMk/>
            <pc:sldMk cId="4209322005" sldId="259"/>
            <ac:picMk id="8" creationId="{EA70616B-E344-4856-8DF9-707C26236613}"/>
          </ac:picMkLst>
        </pc:picChg>
        <pc:picChg chg="add mod">
          <ac:chgData name="Erick Vega" userId="65e1e5dacfec4262" providerId="LiveId" clId="{BA5AE830-1FC2-43BB-BF20-A963A5667A72}" dt="2023-09-02T18:31:59.693" v="10226" actId="1076"/>
          <ac:picMkLst>
            <pc:docMk/>
            <pc:sldMk cId="4209322005" sldId="259"/>
            <ac:picMk id="10" creationId="{DFBF50D7-5CD4-4D12-BA1E-E15BC94A975A}"/>
          </ac:picMkLst>
        </pc:picChg>
        <pc:picChg chg="add mod">
          <ac:chgData name="Erick Vega" userId="65e1e5dacfec4262" providerId="LiveId" clId="{BA5AE830-1FC2-43BB-BF20-A963A5667A72}" dt="2023-09-02T18:18:29.952" v="10113" actId="1076"/>
          <ac:picMkLst>
            <pc:docMk/>
            <pc:sldMk cId="4209322005" sldId="259"/>
            <ac:picMk id="12" creationId="{0C9859D1-1C42-4069-A3E1-90A488187494}"/>
          </ac:picMkLst>
        </pc:picChg>
        <pc:picChg chg="add del">
          <ac:chgData name="Erick Vega" userId="65e1e5dacfec4262" providerId="LiveId" clId="{BA5AE830-1FC2-43BB-BF20-A963A5667A72}" dt="2023-08-24T00:45:33.701" v="1428"/>
          <ac:picMkLst>
            <pc:docMk/>
            <pc:sldMk cId="4209322005" sldId="259"/>
            <ac:picMk id="2050" creationId="{0417E988-5F8B-44BB-A369-7EDAD08B231F}"/>
          </ac:picMkLst>
        </pc:picChg>
        <pc:picChg chg="add del">
          <ac:chgData name="Erick Vega" userId="65e1e5dacfec4262" providerId="LiveId" clId="{BA5AE830-1FC2-43BB-BF20-A963A5667A72}" dt="2023-08-24T00:45:50.208" v="1430"/>
          <ac:picMkLst>
            <pc:docMk/>
            <pc:sldMk cId="4209322005" sldId="259"/>
            <ac:picMk id="2052" creationId="{3A057A20-7F96-4D0F-9E60-1A9255C6FDF6}"/>
          </ac:picMkLst>
        </pc:picChg>
        <pc:picChg chg="add del mod">
          <ac:chgData name="Erick Vega" userId="65e1e5dacfec4262" providerId="LiveId" clId="{BA5AE830-1FC2-43BB-BF20-A963A5667A72}" dt="2023-08-24T05:42:58.078" v="1557" actId="478"/>
          <ac:picMkLst>
            <pc:docMk/>
            <pc:sldMk cId="4209322005" sldId="259"/>
            <ac:picMk id="2054" creationId="{6D31C171-6EF7-4EB3-BF67-B90E4BE595B9}"/>
          </ac:picMkLst>
        </pc:picChg>
      </pc:sldChg>
      <pc:sldChg chg="modSp mod ord setBg">
        <pc:chgData name="Erick Vega" userId="65e1e5dacfec4262" providerId="LiveId" clId="{BA5AE830-1FC2-43BB-BF20-A963A5667A72}" dt="2023-09-02T18:33:16.557" v="10296"/>
        <pc:sldMkLst>
          <pc:docMk/>
          <pc:sldMk cId="1703342593" sldId="261"/>
        </pc:sldMkLst>
        <pc:spChg chg="mod">
          <ac:chgData name="Erick Vega" userId="65e1e5dacfec4262" providerId="LiveId" clId="{BA5AE830-1FC2-43BB-BF20-A963A5667A72}" dt="2023-08-24T23:16:46.668" v="8805" actId="20577"/>
          <ac:spMkLst>
            <pc:docMk/>
            <pc:sldMk cId="1703342593" sldId="261"/>
            <ac:spMk id="2" creationId="{5B040558-A365-4CCE-92FA-5A48CD98F9C9}"/>
          </ac:spMkLst>
        </pc:spChg>
        <pc:graphicFrameChg chg="mod modGraphic">
          <ac:chgData name="Erick Vega" userId="65e1e5dacfec4262" providerId="LiveId" clId="{BA5AE830-1FC2-43BB-BF20-A963A5667A72}" dt="2023-08-24T23:17:34.650" v="8867" actId="1076"/>
          <ac:graphicFrameMkLst>
            <pc:docMk/>
            <pc:sldMk cId="1703342593" sldId="261"/>
            <ac:graphicFrameMk id="4" creationId="{81E592E1-99DF-4294-A2E9-EF46299BD3F4}"/>
          </ac:graphicFrameMkLst>
        </pc:graphicFrameChg>
      </pc:sldChg>
      <pc:sldChg chg="add del ord">
        <pc:chgData name="Erick Vega" userId="65e1e5dacfec4262" providerId="LiveId" clId="{BA5AE830-1FC2-43BB-BF20-A963A5667A72}" dt="2023-08-24T15:48:25.272" v="1566" actId="47"/>
        <pc:sldMkLst>
          <pc:docMk/>
          <pc:sldMk cId="291867806" sldId="262"/>
        </pc:sldMkLst>
      </pc:sldChg>
      <pc:sldChg chg="addSp delSp modSp add mod ord">
        <pc:chgData name="Erick Vega" userId="65e1e5dacfec4262" providerId="LiveId" clId="{BA5AE830-1FC2-43BB-BF20-A963A5667A72}" dt="2023-08-24T23:04:55.222" v="8465" actId="20577"/>
        <pc:sldMkLst>
          <pc:docMk/>
          <pc:sldMk cId="3427328518" sldId="262"/>
        </pc:sldMkLst>
        <pc:spChg chg="mod">
          <ac:chgData name="Erick Vega" userId="65e1e5dacfec4262" providerId="LiveId" clId="{BA5AE830-1FC2-43BB-BF20-A963A5667A72}" dt="2023-08-24T16:18:58.087" v="3205" actId="20577"/>
          <ac:spMkLst>
            <pc:docMk/>
            <pc:sldMk cId="3427328518" sldId="262"/>
            <ac:spMk id="2" creationId="{921633EB-7DCB-4DDC-80AF-C885A3EE1245}"/>
          </ac:spMkLst>
        </pc:spChg>
        <pc:spChg chg="add del mod">
          <ac:chgData name="Erick Vega" userId="65e1e5dacfec4262" providerId="LiveId" clId="{BA5AE830-1FC2-43BB-BF20-A963A5667A72}" dt="2023-08-24T16:20:17.188" v="3207" actId="931"/>
          <ac:spMkLst>
            <pc:docMk/>
            <pc:sldMk cId="3427328518" sldId="262"/>
            <ac:spMk id="4" creationId="{B0563CAD-42AD-4850-8409-540E1B550CFB}"/>
          </ac:spMkLst>
        </pc:spChg>
        <pc:spChg chg="mod">
          <ac:chgData name="Erick Vega" userId="65e1e5dacfec4262" providerId="LiveId" clId="{BA5AE830-1FC2-43BB-BF20-A963A5667A72}" dt="2023-08-24T23:04:55.222" v="8465" actId="20577"/>
          <ac:spMkLst>
            <pc:docMk/>
            <pc:sldMk cId="3427328518" sldId="262"/>
            <ac:spMk id="9" creationId="{5CE6D5E9-94A2-4782-8676-F3F4B2F7B902}"/>
          </ac:spMkLst>
        </pc:spChg>
        <pc:picChg chg="add mod">
          <ac:chgData name="Erick Vega" userId="65e1e5dacfec4262" providerId="LiveId" clId="{BA5AE830-1FC2-43BB-BF20-A963A5667A72}" dt="2023-08-24T16:44:38.899" v="4358" actId="1076"/>
          <ac:picMkLst>
            <pc:docMk/>
            <pc:sldMk cId="3427328518" sldId="262"/>
            <ac:picMk id="6" creationId="{467C489E-F923-4402-B837-4D8DC185330E}"/>
          </ac:picMkLst>
        </pc:picChg>
        <pc:picChg chg="del">
          <ac:chgData name="Erick Vega" userId="65e1e5dacfec4262" providerId="LiveId" clId="{BA5AE830-1FC2-43BB-BF20-A963A5667A72}" dt="2023-08-24T16:19:01.602" v="3206" actId="478"/>
          <ac:picMkLst>
            <pc:docMk/>
            <pc:sldMk cId="3427328518" sldId="262"/>
            <ac:picMk id="7" creationId="{A0D271BA-6881-472B-B7FB-82879E61F989}"/>
          </ac:picMkLst>
        </pc:picChg>
      </pc:sldChg>
      <pc:sldChg chg="addSp delSp modSp add mod">
        <pc:chgData name="Erick Vega" userId="65e1e5dacfec4262" providerId="LiveId" clId="{BA5AE830-1FC2-43BB-BF20-A963A5667A72}" dt="2023-09-02T18:33:21.461" v="10297" actId="6549"/>
        <pc:sldMkLst>
          <pc:docMk/>
          <pc:sldMk cId="3121884159" sldId="263"/>
        </pc:sldMkLst>
        <pc:spChg chg="mod">
          <ac:chgData name="Erick Vega" userId="65e1e5dacfec4262" providerId="LiveId" clId="{BA5AE830-1FC2-43BB-BF20-A963A5667A72}" dt="2023-09-02T18:33:21.461" v="10297" actId="6549"/>
          <ac:spMkLst>
            <pc:docMk/>
            <pc:sldMk cId="3121884159" sldId="263"/>
            <ac:spMk id="2" creationId="{921633EB-7DCB-4DDC-80AF-C885A3EE1245}"/>
          </ac:spMkLst>
        </pc:spChg>
        <pc:spChg chg="add del mod">
          <ac:chgData name="Erick Vega" userId="65e1e5dacfec4262" providerId="LiveId" clId="{BA5AE830-1FC2-43BB-BF20-A963A5667A72}" dt="2023-08-24T16:54:50.773" v="4990" actId="478"/>
          <ac:spMkLst>
            <pc:docMk/>
            <pc:sldMk cId="3121884159" sldId="263"/>
            <ac:spMk id="4" creationId="{4EDA5B0B-3E05-4016-A104-F48BE7C013E8}"/>
          </ac:spMkLst>
        </pc:spChg>
        <pc:spChg chg="add del mod">
          <ac:chgData name="Erick Vega" userId="65e1e5dacfec4262" providerId="LiveId" clId="{BA5AE830-1FC2-43BB-BF20-A963A5667A72}" dt="2023-08-24T16:55:23.675" v="5000" actId="478"/>
          <ac:spMkLst>
            <pc:docMk/>
            <pc:sldMk cId="3121884159" sldId="263"/>
            <ac:spMk id="8" creationId="{98793AEC-C08C-48BB-9232-B299A14B3A42}"/>
          </ac:spMkLst>
        </pc:spChg>
        <pc:spChg chg="mod">
          <ac:chgData name="Erick Vega" userId="65e1e5dacfec4262" providerId="LiveId" clId="{BA5AE830-1FC2-43BB-BF20-A963A5667A72}" dt="2023-08-24T17:12:59.757" v="5919" actId="1076"/>
          <ac:spMkLst>
            <pc:docMk/>
            <pc:sldMk cId="3121884159" sldId="263"/>
            <ac:spMk id="9" creationId="{5CE6D5E9-94A2-4782-8676-F3F4B2F7B902}"/>
          </ac:spMkLst>
        </pc:spChg>
        <pc:spChg chg="add mod">
          <ac:chgData name="Erick Vega" userId="65e1e5dacfec4262" providerId="LiveId" clId="{BA5AE830-1FC2-43BB-BF20-A963A5667A72}" dt="2023-08-24T17:13:02.646" v="5920" actId="1076"/>
          <ac:spMkLst>
            <pc:docMk/>
            <pc:sldMk cId="3121884159" sldId="263"/>
            <ac:spMk id="10" creationId="{CBB23711-D7E9-4DD5-BA0F-4181FB695BF9}"/>
          </ac:spMkLst>
        </pc:spChg>
        <pc:picChg chg="del">
          <ac:chgData name="Erick Vega" userId="65e1e5dacfec4262" providerId="LiveId" clId="{BA5AE830-1FC2-43BB-BF20-A963A5667A72}" dt="2023-08-24T16:54:48.077" v="4989" actId="478"/>
          <ac:picMkLst>
            <pc:docMk/>
            <pc:sldMk cId="3121884159" sldId="263"/>
            <ac:picMk id="6" creationId="{467C489E-F923-4402-B837-4D8DC185330E}"/>
          </ac:picMkLst>
        </pc:picChg>
        <pc:picChg chg="add mod">
          <ac:chgData name="Erick Vega" userId="65e1e5dacfec4262" providerId="LiveId" clId="{BA5AE830-1FC2-43BB-BF20-A963A5667A72}" dt="2023-08-24T17:23:56.530" v="6250" actId="1076"/>
          <ac:picMkLst>
            <pc:docMk/>
            <pc:sldMk cId="3121884159" sldId="263"/>
            <ac:picMk id="3074" creationId="{B452A3E0-43DE-490B-829D-E18D1C1BB1C6}"/>
          </ac:picMkLst>
        </pc:picChg>
      </pc:sldChg>
      <pc:sldChg chg="addSp delSp modSp new mod">
        <pc:chgData name="Erick Vega" userId="65e1e5dacfec4262" providerId="LiveId" clId="{BA5AE830-1FC2-43BB-BF20-A963A5667A72}" dt="2023-08-24T22:24:46.037" v="6430" actId="1076"/>
        <pc:sldMkLst>
          <pc:docMk/>
          <pc:sldMk cId="1365026177" sldId="264"/>
        </pc:sldMkLst>
        <pc:spChg chg="mod">
          <ac:chgData name="Erick Vega" userId="65e1e5dacfec4262" providerId="LiveId" clId="{BA5AE830-1FC2-43BB-BF20-A963A5667A72}" dt="2023-08-24T17:26:29.913" v="6266" actId="20577"/>
          <ac:spMkLst>
            <pc:docMk/>
            <pc:sldMk cId="1365026177" sldId="264"/>
            <ac:spMk id="2" creationId="{6643C552-F828-4609-9EF2-6672A97BE081}"/>
          </ac:spMkLst>
        </pc:spChg>
        <pc:spChg chg="add del mod">
          <ac:chgData name="Erick Vega" userId="65e1e5dacfec4262" providerId="LiveId" clId="{BA5AE830-1FC2-43BB-BF20-A963A5667A72}" dt="2023-08-24T22:24:05.305" v="6418" actId="113"/>
          <ac:spMkLst>
            <pc:docMk/>
            <pc:sldMk cId="1365026177" sldId="264"/>
            <ac:spMk id="3" creationId="{81F76530-40A8-457D-A801-2E873C8ABE7B}"/>
          </ac:spMkLst>
        </pc:spChg>
        <pc:spChg chg="del">
          <ac:chgData name="Erick Vega" userId="65e1e5dacfec4262" providerId="LiveId" clId="{BA5AE830-1FC2-43BB-BF20-A963A5667A72}" dt="2023-08-24T17:27:48.926" v="6304" actId="478"/>
          <ac:spMkLst>
            <pc:docMk/>
            <pc:sldMk cId="1365026177" sldId="264"/>
            <ac:spMk id="4" creationId="{ECCB7190-F0D7-4D5B-816C-2E0A1130D692}"/>
          </ac:spMkLst>
        </pc:spChg>
        <pc:picChg chg="add mod">
          <ac:chgData name="Erick Vega" userId="65e1e5dacfec4262" providerId="LiveId" clId="{BA5AE830-1FC2-43BB-BF20-A963A5667A72}" dt="2023-08-24T22:24:46.037" v="6430" actId="1076"/>
          <ac:picMkLst>
            <pc:docMk/>
            <pc:sldMk cId="1365026177" sldId="264"/>
            <ac:picMk id="6146" creationId="{232D9696-CB07-4E0F-93EA-5872B4E587E8}"/>
          </ac:picMkLst>
        </pc:picChg>
        <pc:picChg chg="add mod">
          <ac:chgData name="Erick Vega" userId="65e1e5dacfec4262" providerId="LiveId" clId="{BA5AE830-1FC2-43BB-BF20-A963A5667A72}" dt="2023-08-24T22:24:42.386" v="6428" actId="1076"/>
          <ac:picMkLst>
            <pc:docMk/>
            <pc:sldMk cId="1365026177" sldId="264"/>
            <ac:picMk id="6148" creationId="{DB1A9930-FCDF-4204-ABE5-A82687A44CDC}"/>
          </ac:picMkLst>
        </pc:picChg>
        <pc:picChg chg="add del mod">
          <ac:chgData name="Erick Vega" userId="65e1e5dacfec4262" providerId="LiveId" clId="{BA5AE830-1FC2-43BB-BF20-A963A5667A72}" dt="2023-08-24T22:24:36.469" v="6423" actId="478"/>
          <ac:picMkLst>
            <pc:docMk/>
            <pc:sldMk cId="1365026177" sldId="264"/>
            <ac:picMk id="6150" creationId="{CCD94EBE-1B0A-4FB5-A6C4-5B24D18CF32C}"/>
          </ac:picMkLst>
        </pc:picChg>
        <pc:picChg chg="add del mod">
          <ac:chgData name="Erick Vega" userId="65e1e5dacfec4262" providerId="LiveId" clId="{BA5AE830-1FC2-43BB-BF20-A963A5667A72}" dt="2023-08-24T22:24:37.128" v="6424" actId="478"/>
          <ac:picMkLst>
            <pc:docMk/>
            <pc:sldMk cId="1365026177" sldId="264"/>
            <ac:picMk id="6152" creationId="{06F41B8B-5454-4F13-B7D8-841FAA090DAB}"/>
          </ac:picMkLst>
        </pc:picChg>
        <pc:picChg chg="add del mod">
          <ac:chgData name="Erick Vega" userId="65e1e5dacfec4262" providerId="LiveId" clId="{BA5AE830-1FC2-43BB-BF20-A963A5667A72}" dt="2023-08-24T22:24:37.882" v="6425" actId="478"/>
          <ac:picMkLst>
            <pc:docMk/>
            <pc:sldMk cId="1365026177" sldId="264"/>
            <ac:picMk id="6154" creationId="{1C2689D3-7F7B-4E99-9E69-E661B06267D3}"/>
          </ac:picMkLst>
        </pc:picChg>
      </pc:sldChg>
      <pc:sldChg chg="addSp delSp modSp add del mod">
        <pc:chgData name="Erick Vega" userId="65e1e5dacfec4262" providerId="LiveId" clId="{BA5AE830-1FC2-43BB-BF20-A963A5667A72}" dt="2023-08-24T22:24:30.038" v="6419" actId="47"/>
        <pc:sldMkLst>
          <pc:docMk/>
          <pc:sldMk cId="1297581843" sldId="265"/>
        </pc:sldMkLst>
        <pc:spChg chg="del">
          <ac:chgData name="Erick Vega" userId="65e1e5dacfec4262" providerId="LiveId" clId="{BA5AE830-1FC2-43BB-BF20-A963A5667A72}" dt="2023-08-24T17:40:01.798" v="6383" actId="478"/>
          <ac:spMkLst>
            <pc:docMk/>
            <pc:sldMk cId="1297581843" sldId="265"/>
            <ac:spMk id="3" creationId="{81F76530-40A8-457D-A801-2E873C8ABE7B}"/>
          </ac:spMkLst>
        </pc:spChg>
        <pc:spChg chg="add del mod">
          <ac:chgData name="Erick Vega" userId="65e1e5dacfec4262" providerId="LiveId" clId="{BA5AE830-1FC2-43BB-BF20-A963A5667A72}" dt="2023-08-24T17:40:06.249" v="6384" actId="478"/>
          <ac:spMkLst>
            <pc:docMk/>
            <pc:sldMk cId="1297581843" sldId="265"/>
            <ac:spMk id="5" creationId="{86F6F0FD-40D8-40EE-9BA6-3F8BD85C205A}"/>
          </ac:spMkLst>
        </pc:spChg>
        <pc:spChg chg="add del mod">
          <ac:chgData name="Erick Vega" userId="65e1e5dacfec4262" providerId="LiveId" clId="{BA5AE830-1FC2-43BB-BF20-A963A5667A72}" dt="2023-08-24T22:20:12.356" v="6393" actId="478"/>
          <ac:spMkLst>
            <pc:docMk/>
            <pc:sldMk cId="1297581843" sldId="265"/>
            <ac:spMk id="12" creationId="{63706E95-8B5C-4F44-90A7-0A3F44665142}"/>
          </ac:spMkLst>
        </pc:spChg>
        <pc:picChg chg="mod">
          <ac:chgData name="Erick Vega" userId="65e1e5dacfec4262" providerId="LiveId" clId="{BA5AE830-1FC2-43BB-BF20-A963A5667A72}" dt="2023-08-24T22:19:29.671" v="6389" actId="1076"/>
          <ac:picMkLst>
            <pc:docMk/>
            <pc:sldMk cId="1297581843" sldId="265"/>
            <ac:picMk id="6146" creationId="{232D9696-CB07-4E0F-93EA-5872B4E587E8}"/>
          </ac:picMkLst>
        </pc:picChg>
        <pc:picChg chg="del">
          <ac:chgData name="Erick Vega" userId="65e1e5dacfec4262" providerId="LiveId" clId="{BA5AE830-1FC2-43BB-BF20-A963A5667A72}" dt="2023-08-24T22:19:25.748" v="6385" actId="478"/>
          <ac:picMkLst>
            <pc:docMk/>
            <pc:sldMk cId="1297581843" sldId="265"/>
            <ac:picMk id="6148" creationId="{DB1A9930-FCDF-4204-ABE5-A82687A44CDC}"/>
          </ac:picMkLst>
        </pc:picChg>
        <pc:picChg chg="del">
          <ac:chgData name="Erick Vega" userId="65e1e5dacfec4262" providerId="LiveId" clId="{BA5AE830-1FC2-43BB-BF20-A963A5667A72}" dt="2023-08-24T22:19:26.121" v="6386" actId="478"/>
          <ac:picMkLst>
            <pc:docMk/>
            <pc:sldMk cId="1297581843" sldId="265"/>
            <ac:picMk id="6150" creationId="{CCD94EBE-1B0A-4FB5-A6C4-5B24D18CF32C}"/>
          </ac:picMkLst>
        </pc:picChg>
        <pc:picChg chg="del">
          <ac:chgData name="Erick Vega" userId="65e1e5dacfec4262" providerId="LiveId" clId="{BA5AE830-1FC2-43BB-BF20-A963A5667A72}" dt="2023-08-24T22:19:26.660" v="6387" actId="478"/>
          <ac:picMkLst>
            <pc:docMk/>
            <pc:sldMk cId="1297581843" sldId="265"/>
            <ac:picMk id="6152" creationId="{06F41B8B-5454-4F13-B7D8-841FAA090DAB}"/>
          </ac:picMkLst>
        </pc:picChg>
        <pc:picChg chg="del">
          <ac:chgData name="Erick Vega" userId="65e1e5dacfec4262" providerId="LiveId" clId="{BA5AE830-1FC2-43BB-BF20-A963A5667A72}" dt="2023-08-24T22:19:27.594" v="6388" actId="478"/>
          <ac:picMkLst>
            <pc:docMk/>
            <pc:sldMk cId="1297581843" sldId="265"/>
            <ac:picMk id="6154" creationId="{1C2689D3-7F7B-4E99-9E69-E661B06267D3}"/>
          </ac:picMkLst>
        </pc:picChg>
      </pc:sldChg>
      <pc:sldChg chg="addSp delSp modSp add mod ord">
        <pc:chgData name="Erick Vega" userId="65e1e5dacfec4262" providerId="LiveId" clId="{BA5AE830-1FC2-43BB-BF20-A963A5667A72}" dt="2023-08-24T22:27:00.038" v="6469" actId="14100"/>
        <pc:sldMkLst>
          <pc:docMk/>
          <pc:sldMk cId="4038813803" sldId="265"/>
        </pc:sldMkLst>
        <pc:spChg chg="mod">
          <ac:chgData name="Erick Vega" userId="65e1e5dacfec4262" providerId="LiveId" clId="{BA5AE830-1FC2-43BB-BF20-A963A5667A72}" dt="2023-08-24T22:26:17.845" v="6460" actId="20577"/>
          <ac:spMkLst>
            <pc:docMk/>
            <pc:sldMk cId="4038813803" sldId="265"/>
            <ac:spMk id="3" creationId="{81F76530-40A8-457D-A801-2E873C8ABE7B}"/>
          </ac:spMkLst>
        </pc:spChg>
        <pc:picChg chg="del">
          <ac:chgData name="Erick Vega" userId="65e1e5dacfec4262" providerId="LiveId" clId="{BA5AE830-1FC2-43BB-BF20-A963A5667A72}" dt="2023-08-24T22:24:53.163" v="6432" actId="478"/>
          <ac:picMkLst>
            <pc:docMk/>
            <pc:sldMk cId="4038813803" sldId="265"/>
            <ac:picMk id="6146" creationId="{232D9696-CB07-4E0F-93EA-5872B4E587E8}"/>
          </ac:picMkLst>
        </pc:picChg>
        <pc:picChg chg="del">
          <ac:chgData name="Erick Vega" userId="65e1e5dacfec4262" providerId="LiveId" clId="{BA5AE830-1FC2-43BB-BF20-A963A5667A72}" dt="2023-08-24T22:24:52.695" v="6431" actId="478"/>
          <ac:picMkLst>
            <pc:docMk/>
            <pc:sldMk cId="4038813803" sldId="265"/>
            <ac:picMk id="6148" creationId="{DB1A9930-FCDF-4204-ABE5-A82687A44CDC}"/>
          </ac:picMkLst>
        </pc:picChg>
        <pc:picChg chg="mod">
          <ac:chgData name="Erick Vega" userId="65e1e5dacfec4262" providerId="LiveId" clId="{BA5AE830-1FC2-43BB-BF20-A963A5667A72}" dt="2023-08-24T22:27:00.038" v="6469" actId="14100"/>
          <ac:picMkLst>
            <pc:docMk/>
            <pc:sldMk cId="4038813803" sldId="265"/>
            <ac:picMk id="6150" creationId="{CCD94EBE-1B0A-4FB5-A6C4-5B24D18CF32C}"/>
          </ac:picMkLst>
        </pc:picChg>
        <pc:picChg chg="del">
          <ac:chgData name="Erick Vega" userId="65e1e5dacfec4262" providerId="LiveId" clId="{BA5AE830-1FC2-43BB-BF20-A963A5667A72}" dt="2023-08-24T22:26:24.270" v="6461" actId="478"/>
          <ac:picMkLst>
            <pc:docMk/>
            <pc:sldMk cId="4038813803" sldId="265"/>
            <ac:picMk id="6152" creationId="{06F41B8B-5454-4F13-B7D8-841FAA090DAB}"/>
          </ac:picMkLst>
        </pc:picChg>
        <pc:picChg chg="del">
          <ac:chgData name="Erick Vega" userId="65e1e5dacfec4262" providerId="LiveId" clId="{BA5AE830-1FC2-43BB-BF20-A963A5667A72}" dt="2023-08-24T22:26:24.994" v="6462" actId="478"/>
          <ac:picMkLst>
            <pc:docMk/>
            <pc:sldMk cId="4038813803" sldId="265"/>
            <ac:picMk id="6154" creationId="{1C2689D3-7F7B-4E99-9E69-E661B06267D3}"/>
          </ac:picMkLst>
        </pc:picChg>
        <pc:picChg chg="add mod">
          <ac:chgData name="Erick Vega" userId="65e1e5dacfec4262" providerId="LiveId" clId="{BA5AE830-1FC2-43BB-BF20-A963A5667A72}" dt="2023-08-24T22:26:56.826" v="6467" actId="14100"/>
          <ac:picMkLst>
            <pc:docMk/>
            <pc:sldMk cId="4038813803" sldId="265"/>
            <ac:picMk id="7170" creationId="{F7EB459F-E576-44D3-890E-ED6F46C090E8}"/>
          </ac:picMkLst>
        </pc:picChg>
      </pc:sldChg>
      <pc:sldChg chg="addSp delSp modSp add mod">
        <pc:chgData name="Erick Vega" userId="65e1e5dacfec4262" providerId="LiveId" clId="{BA5AE830-1FC2-43BB-BF20-A963A5667A72}" dt="2023-08-24T22:29:46.598" v="6505" actId="14100"/>
        <pc:sldMkLst>
          <pc:docMk/>
          <pc:sldMk cId="201393425" sldId="266"/>
        </pc:sldMkLst>
        <pc:spChg chg="mod">
          <ac:chgData name="Erick Vega" userId="65e1e5dacfec4262" providerId="LiveId" clId="{BA5AE830-1FC2-43BB-BF20-A963A5667A72}" dt="2023-08-24T22:28:36.314" v="6495" actId="113"/>
          <ac:spMkLst>
            <pc:docMk/>
            <pc:sldMk cId="201393425" sldId="266"/>
            <ac:spMk id="3" creationId="{81F76530-40A8-457D-A801-2E873C8ABE7B}"/>
          </ac:spMkLst>
        </pc:spChg>
        <pc:picChg chg="del">
          <ac:chgData name="Erick Vega" userId="65e1e5dacfec4262" providerId="LiveId" clId="{BA5AE830-1FC2-43BB-BF20-A963A5667A72}" dt="2023-08-24T22:29:08.478" v="6496" actId="478"/>
          <ac:picMkLst>
            <pc:docMk/>
            <pc:sldMk cId="201393425" sldId="266"/>
            <ac:picMk id="6150" creationId="{CCD94EBE-1B0A-4FB5-A6C4-5B24D18CF32C}"/>
          </ac:picMkLst>
        </pc:picChg>
        <pc:picChg chg="del">
          <ac:chgData name="Erick Vega" userId="65e1e5dacfec4262" providerId="LiveId" clId="{BA5AE830-1FC2-43BB-BF20-A963A5667A72}" dt="2023-08-24T22:29:18.626" v="6502" actId="478"/>
          <ac:picMkLst>
            <pc:docMk/>
            <pc:sldMk cId="201393425" sldId="266"/>
            <ac:picMk id="7170" creationId="{F7EB459F-E576-44D3-890E-ED6F46C090E8}"/>
          </ac:picMkLst>
        </pc:picChg>
        <pc:picChg chg="add mod">
          <ac:chgData name="Erick Vega" userId="65e1e5dacfec4262" providerId="LiveId" clId="{BA5AE830-1FC2-43BB-BF20-A963A5667A72}" dt="2023-08-24T22:29:17.391" v="6501" actId="1076"/>
          <ac:picMkLst>
            <pc:docMk/>
            <pc:sldMk cId="201393425" sldId="266"/>
            <ac:picMk id="8194" creationId="{ABD689C5-C761-477F-B1AF-66E2BDEEBFE0}"/>
          </ac:picMkLst>
        </pc:picChg>
        <pc:picChg chg="add mod">
          <ac:chgData name="Erick Vega" userId="65e1e5dacfec4262" providerId="LiveId" clId="{BA5AE830-1FC2-43BB-BF20-A963A5667A72}" dt="2023-08-24T22:29:46.598" v="6505" actId="14100"/>
          <ac:picMkLst>
            <pc:docMk/>
            <pc:sldMk cId="201393425" sldId="266"/>
            <ac:picMk id="8196" creationId="{5FCED6F0-B2AB-4D41-8993-E6201CBAF9CC}"/>
          </ac:picMkLst>
        </pc:picChg>
      </pc:sldChg>
      <pc:sldChg chg="addSp delSp modSp add mod">
        <pc:chgData name="Erick Vega" userId="65e1e5dacfec4262" providerId="LiveId" clId="{BA5AE830-1FC2-43BB-BF20-A963A5667A72}" dt="2023-08-24T22:34:22.949" v="6541" actId="207"/>
        <pc:sldMkLst>
          <pc:docMk/>
          <pc:sldMk cId="2626178195" sldId="267"/>
        </pc:sldMkLst>
        <pc:spChg chg="mod">
          <ac:chgData name="Erick Vega" userId="65e1e5dacfec4262" providerId="LiveId" clId="{BA5AE830-1FC2-43BB-BF20-A963A5667A72}" dt="2023-08-24T22:33:24.509" v="6538" actId="1076"/>
          <ac:spMkLst>
            <pc:docMk/>
            <pc:sldMk cId="2626178195" sldId="267"/>
            <ac:spMk id="3" creationId="{81F76530-40A8-457D-A801-2E873C8ABE7B}"/>
          </ac:spMkLst>
        </pc:spChg>
        <pc:picChg chg="add mod">
          <ac:chgData name="Erick Vega" userId="65e1e5dacfec4262" providerId="LiveId" clId="{BA5AE830-1FC2-43BB-BF20-A963A5667A72}" dt="2023-08-24T22:34:22.949" v="6541" actId="207"/>
          <ac:picMkLst>
            <pc:docMk/>
            <pc:sldMk cId="2626178195" sldId="267"/>
            <ac:picMk id="5" creationId="{EBAB3683-211E-491A-B005-61AFE9DA2C4B}"/>
          </ac:picMkLst>
        </pc:picChg>
        <pc:picChg chg="del">
          <ac:chgData name="Erick Vega" userId="65e1e5dacfec4262" providerId="LiveId" clId="{BA5AE830-1FC2-43BB-BF20-A963A5667A72}" dt="2023-08-24T22:31:56.069" v="6509" actId="478"/>
          <ac:picMkLst>
            <pc:docMk/>
            <pc:sldMk cId="2626178195" sldId="267"/>
            <ac:picMk id="8194" creationId="{ABD689C5-C761-477F-B1AF-66E2BDEEBFE0}"/>
          </ac:picMkLst>
        </pc:picChg>
        <pc:picChg chg="del">
          <ac:chgData name="Erick Vega" userId="65e1e5dacfec4262" providerId="LiveId" clId="{BA5AE830-1FC2-43BB-BF20-A963A5667A72}" dt="2023-08-24T22:31:56.495" v="6510" actId="478"/>
          <ac:picMkLst>
            <pc:docMk/>
            <pc:sldMk cId="2626178195" sldId="267"/>
            <ac:picMk id="8196" creationId="{5FCED6F0-B2AB-4D41-8993-E6201CBAF9CC}"/>
          </ac:picMkLst>
        </pc:picChg>
      </pc:sldChg>
      <pc:sldChg chg="addSp delSp modSp add mod ord setBg delDesignElem">
        <pc:chgData name="Erick Vega" userId="65e1e5dacfec4262" providerId="LiveId" clId="{BA5AE830-1FC2-43BB-BF20-A963A5667A72}" dt="2023-09-02T18:22:04.051" v="10137" actId="27636"/>
        <pc:sldMkLst>
          <pc:docMk/>
          <pc:sldMk cId="2210238525" sldId="268"/>
        </pc:sldMkLst>
        <pc:spChg chg="mod">
          <ac:chgData name="Erick Vega" userId="65e1e5dacfec4262" providerId="LiveId" clId="{BA5AE830-1FC2-43BB-BF20-A963A5667A72}" dt="2023-08-24T22:43:45.474" v="6963" actId="122"/>
          <ac:spMkLst>
            <pc:docMk/>
            <pc:sldMk cId="2210238525" sldId="268"/>
            <ac:spMk id="2" creationId="{7F2616EE-270D-4F4C-BA1F-2708D387B800}"/>
          </ac:spMkLst>
        </pc:spChg>
        <pc:spChg chg="add mod">
          <ac:chgData name="Erick Vega" userId="65e1e5dacfec4262" providerId="LiveId" clId="{BA5AE830-1FC2-43BB-BF20-A963A5667A72}" dt="2023-09-02T18:22:04.051" v="10137" actId="27636"/>
          <ac:spMkLst>
            <pc:docMk/>
            <pc:sldMk cId="2210238525" sldId="268"/>
            <ac:spMk id="5" creationId="{849F7A83-8077-4733-AAEF-F3C47B908727}"/>
          </ac:spMkLst>
        </pc:spChg>
        <pc:spChg chg="del">
          <ac:chgData name="Erick Vega" userId="65e1e5dacfec4262" providerId="LiveId" clId="{BA5AE830-1FC2-43BB-BF20-A963A5667A72}" dt="2023-08-24T22:36:09.531" v="6543"/>
          <ac:spMkLst>
            <pc:docMk/>
            <pc:sldMk cId="2210238525" sldId="268"/>
            <ac:spMk id="13" creationId="{4AE9D071-98CF-435C-BD2B-976514544DC5}"/>
          </ac:spMkLst>
        </pc:spChg>
        <pc:grpChg chg="del">
          <ac:chgData name="Erick Vega" userId="65e1e5dacfec4262" providerId="LiveId" clId="{BA5AE830-1FC2-43BB-BF20-A963A5667A72}" dt="2023-08-24T22:36:09.531" v="6543"/>
          <ac:grpSpMkLst>
            <pc:docMk/>
            <pc:sldMk cId="2210238525" sldId="268"/>
            <ac:grpSpMk id="15" creationId="{D619FC33-16ED-4246-9596-BEFEB55E4CF6}"/>
          </ac:grpSpMkLst>
        </pc:grpChg>
        <pc:graphicFrameChg chg="del mod">
          <ac:chgData name="Erick Vega" userId="65e1e5dacfec4262" providerId="LiveId" clId="{BA5AE830-1FC2-43BB-BF20-A963A5667A72}" dt="2023-08-24T22:37:23.509" v="6591" actId="478"/>
          <ac:graphicFrameMkLst>
            <pc:docMk/>
            <pc:sldMk cId="2210238525" sldId="268"/>
            <ac:graphicFrameMk id="6" creationId="{BF629521-FFD2-45DA-9D1D-A5F09BD5A2D9}"/>
          </ac:graphicFrameMkLst>
        </pc:graphicFrameChg>
        <pc:picChg chg="del">
          <ac:chgData name="Erick Vega" userId="65e1e5dacfec4262" providerId="LiveId" clId="{BA5AE830-1FC2-43BB-BF20-A963A5667A72}" dt="2023-08-24T22:37:08.037" v="6578" actId="478"/>
          <ac:picMkLst>
            <pc:docMk/>
            <pc:sldMk cId="2210238525" sldId="268"/>
            <ac:picMk id="4" creationId="{DA530F6B-4149-4697-820B-5BBB51434714}"/>
          </ac:picMkLst>
        </pc:picChg>
        <pc:picChg chg="del">
          <ac:chgData name="Erick Vega" userId="65e1e5dacfec4262" providerId="LiveId" clId="{BA5AE830-1FC2-43BB-BF20-A963A5667A72}" dt="2023-08-24T22:37:08.784" v="6579" actId="478"/>
          <ac:picMkLst>
            <pc:docMk/>
            <pc:sldMk cId="2210238525" sldId="268"/>
            <ac:picMk id="7" creationId="{9752F732-F218-49F8-AA32-E17B701D6D0E}"/>
          </ac:picMkLst>
        </pc:picChg>
        <pc:picChg chg="del">
          <ac:chgData name="Erick Vega" userId="65e1e5dacfec4262" providerId="LiveId" clId="{BA5AE830-1FC2-43BB-BF20-A963A5667A72}" dt="2023-08-24T22:37:09.560" v="6580" actId="478"/>
          <ac:picMkLst>
            <pc:docMk/>
            <pc:sldMk cId="2210238525" sldId="268"/>
            <ac:picMk id="10" creationId="{DFBF50D7-5CD4-4D12-BA1E-E15BC94A975A}"/>
          </ac:picMkLst>
        </pc:picChg>
        <pc:picChg chg="add del">
          <ac:chgData name="Erick Vega" userId="65e1e5dacfec4262" providerId="LiveId" clId="{BA5AE830-1FC2-43BB-BF20-A963A5667A72}" dt="2023-08-24T22:53:56.976" v="7746" actId="22"/>
          <ac:picMkLst>
            <pc:docMk/>
            <pc:sldMk cId="2210238525" sldId="268"/>
            <ac:picMk id="11" creationId="{F4D4D073-266E-49C8-88C2-03499B03A5FF}"/>
          </ac:picMkLst>
        </pc:picChg>
        <pc:picChg chg="del">
          <ac:chgData name="Erick Vega" userId="65e1e5dacfec4262" providerId="LiveId" clId="{BA5AE830-1FC2-43BB-BF20-A963A5667A72}" dt="2023-08-24T22:37:10.149" v="6581" actId="478"/>
          <ac:picMkLst>
            <pc:docMk/>
            <pc:sldMk cId="2210238525" sldId="268"/>
            <ac:picMk id="12" creationId="{0C9859D1-1C42-4069-A3E1-90A488187494}"/>
          </ac:picMkLst>
        </pc:picChg>
      </pc:sldChg>
      <pc:sldChg chg="addSp modSp add mod ord">
        <pc:chgData name="Erick Vega" userId="65e1e5dacfec4262" providerId="LiveId" clId="{BA5AE830-1FC2-43BB-BF20-A963A5667A72}" dt="2023-09-02T18:34:13.729" v="10301" actId="403"/>
        <pc:sldMkLst>
          <pc:docMk/>
          <pc:sldMk cId="732824732" sldId="269"/>
        </pc:sldMkLst>
        <pc:spChg chg="mod">
          <ac:chgData name="Erick Vega" userId="65e1e5dacfec4262" providerId="LiveId" clId="{BA5AE830-1FC2-43BB-BF20-A963A5667A72}" dt="2023-08-24T22:55:59.131" v="7780" actId="20577"/>
          <ac:spMkLst>
            <pc:docMk/>
            <pc:sldMk cId="732824732" sldId="269"/>
            <ac:spMk id="2" creationId="{7F2616EE-270D-4F4C-BA1F-2708D387B800}"/>
          </ac:spMkLst>
        </pc:spChg>
        <pc:spChg chg="mod">
          <ac:chgData name="Erick Vega" userId="65e1e5dacfec4262" providerId="LiveId" clId="{BA5AE830-1FC2-43BB-BF20-A963A5667A72}" dt="2023-09-02T18:34:13.729" v="10301" actId="403"/>
          <ac:spMkLst>
            <pc:docMk/>
            <pc:sldMk cId="732824732" sldId="269"/>
            <ac:spMk id="5" creationId="{849F7A83-8077-4733-AAEF-F3C47B908727}"/>
          </ac:spMkLst>
        </pc:spChg>
        <pc:picChg chg="add mod">
          <ac:chgData name="Erick Vega" userId="65e1e5dacfec4262" providerId="LiveId" clId="{BA5AE830-1FC2-43BB-BF20-A963A5667A72}" dt="2023-09-02T18:20:34.468" v="10126" actId="14100"/>
          <ac:picMkLst>
            <pc:docMk/>
            <pc:sldMk cId="732824732" sldId="269"/>
            <ac:picMk id="9218" creationId="{DEF44E6B-BD4A-450F-87AC-DEFEA89B7CEE}"/>
          </ac:picMkLst>
        </pc:picChg>
      </pc:sldChg>
      <pc:sldChg chg="addSp delSp modSp add mod">
        <pc:chgData name="Erick Vega" userId="65e1e5dacfec4262" providerId="LiveId" clId="{BA5AE830-1FC2-43BB-BF20-A963A5667A72}" dt="2023-08-25T00:08:58.144" v="9884" actId="478"/>
        <pc:sldMkLst>
          <pc:docMk/>
          <pc:sldMk cId="350734140" sldId="270"/>
        </pc:sldMkLst>
        <pc:spChg chg="mod">
          <ac:chgData name="Erick Vega" userId="65e1e5dacfec4262" providerId="LiveId" clId="{BA5AE830-1FC2-43BB-BF20-A963A5667A72}" dt="2023-08-24T23:22:05.379" v="8919" actId="20577"/>
          <ac:spMkLst>
            <pc:docMk/>
            <pc:sldMk cId="350734140" sldId="270"/>
            <ac:spMk id="2" creationId="{7F2616EE-270D-4F4C-BA1F-2708D387B800}"/>
          </ac:spMkLst>
        </pc:spChg>
        <pc:spChg chg="add del mod">
          <ac:chgData name="Erick Vega" userId="65e1e5dacfec4262" providerId="LiveId" clId="{BA5AE830-1FC2-43BB-BF20-A963A5667A72}" dt="2023-08-25T00:08:58.144" v="9884" actId="478"/>
          <ac:spMkLst>
            <pc:docMk/>
            <pc:sldMk cId="350734140" sldId="270"/>
            <ac:spMk id="4" creationId="{59946931-70F8-4259-84D8-17FE5E39CD09}"/>
          </ac:spMkLst>
        </pc:spChg>
        <pc:spChg chg="del mod">
          <ac:chgData name="Erick Vega" userId="65e1e5dacfec4262" providerId="LiveId" clId="{BA5AE830-1FC2-43BB-BF20-A963A5667A72}" dt="2023-08-25T00:08:50.040" v="9881" actId="478"/>
          <ac:spMkLst>
            <pc:docMk/>
            <pc:sldMk cId="350734140" sldId="270"/>
            <ac:spMk id="5" creationId="{849F7A83-8077-4733-AAEF-F3C47B908727}"/>
          </ac:spMkLst>
        </pc:spChg>
        <pc:spChg chg="add mod">
          <ac:chgData name="Erick Vega" userId="65e1e5dacfec4262" providerId="LiveId" clId="{BA5AE830-1FC2-43BB-BF20-A963A5667A72}" dt="2023-08-25T00:08:47.413" v="9880" actId="20577"/>
          <ac:spMkLst>
            <pc:docMk/>
            <pc:sldMk cId="350734140" sldId="270"/>
            <ac:spMk id="6" creationId="{7BE92100-5967-43F6-A7F8-81AC85CB3168}"/>
          </ac:spMkLst>
        </pc:spChg>
      </pc:sldChg>
      <pc:sldChg chg="addSp delSp modSp add mod">
        <pc:chgData name="Erick Vega" userId="65e1e5dacfec4262" providerId="LiveId" clId="{BA5AE830-1FC2-43BB-BF20-A963A5667A72}" dt="2023-08-25T00:15:08.429" v="9922" actId="14100"/>
        <pc:sldMkLst>
          <pc:docMk/>
          <pc:sldMk cId="2337969359" sldId="271"/>
        </pc:sldMkLst>
        <pc:spChg chg="add del">
          <ac:chgData name="Erick Vega" userId="65e1e5dacfec4262" providerId="LiveId" clId="{BA5AE830-1FC2-43BB-BF20-A963A5667A72}" dt="2023-08-25T00:10:54.254" v="9888"/>
          <ac:spMkLst>
            <pc:docMk/>
            <pc:sldMk cId="2337969359" sldId="271"/>
            <ac:spMk id="3" creationId="{F0884A7F-F712-4FDA-ABCD-962B662C72AB}"/>
          </ac:spMkLst>
        </pc:spChg>
        <pc:spChg chg="add del">
          <ac:chgData name="Erick Vega" userId="65e1e5dacfec4262" providerId="LiveId" clId="{BA5AE830-1FC2-43BB-BF20-A963A5667A72}" dt="2023-08-25T00:10:56.384" v="9890" actId="478"/>
          <ac:spMkLst>
            <pc:docMk/>
            <pc:sldMk cId="2337969359" sldId="271"/>
            <ac:spMk id="4" creationId="{8BE5EDF7-FD76-486D-A047-706E496E97EB}"/>
          </ac:spMkLst>
        </pc:spChg>
        <pc:spChg chg="add del">
          <ac:chgData name="Erick Vega" userId="65e1e5dacfec4262" providerId="LiveId" clId="{BA5AE830-1FC2-43BB-BF20-A963A5667A72}" dt="2023-08-25T00:10:57.200" v="9892"/>
          <ac:spMkLst>
            <pc:docMk/>
            <pc:sldMk cId="2337969359" sldId="271"/>
            <ac:spMk id="5" creationId="{920E32D0-57F1-4272-8A1F-A580E14AF019}"/>
          </ac:spMkLst>
        </pc:spChg>
        <pc:spChg chg="del">
          <ac:chgData name="Erick Vega" userId="65e1e5dacfec4262" providerId="LiveId" clId="{BA5AE830-1FC2-43BB-BF20-A963A5667A72}" dt="2023-08-25T00:10:47.574" v="9886" actId="478"/>
          <ac:spMkLst>
            <pc:docMk/>
            <pc:sldMk cId="2337969359" sldId="271"/>
            <ac:spMk id="6" creationId="{7BE92100-5967-43F6-A7F8-81AC85CB3168}"/>
          </ac:spMkLst>
        </pc:spChg>
        <pc:spChg chg="add del">
          <ac:chgData name="Erick Vega" userId="65e1e5dacfec4262" providerId="LiveId" clId="{BA5AE830-1FC2-43BB-BF20-A963A5667A72}" dt="2023-08-25T00:11:03.288" v="9894" actId="478"/>
          <ac:spMkLst>
            <pc:docMk/>
            <pc:sldMk cId="2337969359" sldId="271"/>
            <ac:spMk id="7" creationId="{9F8535C2-7355-459F-B9D6-DADA2561134B}"/>
          </ac:spMkLst>
        </pc:spChg>
        <pc:spChg chg="add del">
          <ac:chgData name="Erick Vega" userId="65e1e5dacfec4262" providerId="LiveId" clId="{BA5AE830-1FC2-43BB-BF20-A963A5667A72}" dt="2023-08-25T00:11:18.577" v="9896" actId="478"/>
          <ac:spMkLst>
            <pc:docMk/>
            <pc:sldMk cId="2337969359" sldId="271"/>
            <ac:spMk id="9" creationId="{373C1ACB-FFDC-46A7-A669-BEE33B54A7E4}"/>
          </ac:spMkLst>
        </pc:spChg>
        <pc:spChg chg="add del">
          <ac:chgData name="Erick Vega" userId="65e1e5dacfec4262" providerId="LiveId" clId="{BA5AE830-1FC2-43BB-BF20-A963A5667A72}" dt="2023-08-25T00:11:19.741" v="9898" actId="478"/>
          <ac:spMkLst>
            <pc:docMk/>
            <pc:sldMk cId="2337969359" sldId="271"/>
            <ac:spMk id="10" creationId="{0493E238-8ACD-4D4F-8A22-3293385D395B}"/>
          </ac:spMkLst>
        </pc:spChg>
        <pc:spChg chg="add del">
          <ac:chgData name="Erick Vega" userId="65e1e5dacfec4262" providerId="LiveId" clId="{BA5AE830-1FC2-43BB-BF20-A963A5667A72}" dt="2023-08-25T00:11:20.385" v="9900" actId="478"/>
          <ac:spMkLst>
            <pc:docMk/>
            <pc:sldMk cId="2337969359" sldId="271"/>
            <ac:spMk id="11" creationId="{8F308003-D85D-4D75-940E-E8B766CE418A}"/>
          </ac:spMkLst>
        </pc:spChg>
        <pc:spChg chg="add del">
          <ac:chgData name="Erick Vega" userId="65e1e5dacfec4262" providerId="LiveId" clId="{BA5AE830-1FC2-43BB-BF20-A963A5667A72}" dt="2023-08-25T00:11:20.838" v="9902" actId="478"/>
          <ac:spMkLst>
            <pc:docMk/>
            <pc:sldMk cId="2337969359" sldId="271"/>
            <ac:spMk id="12" creationId="{127C812D-D28E-49D5-A331-AAA76BA466E5}"/>
          </ac:spMkLst>
        </pc:spChg>
        <pc:spChg chg="add del">
          <ac:chgData name="Erick Vega" userId="65e1e5dacfec4262" providerId="LiveId" clId="{BA5AE830-1FC2-43BB-BF20-A963A5667A72}" dt="2023-08-25T00:11:22.032" v="9904" actId="478"/>
          <ac:spMkLst>
            <pc:docMk/>
            <pc:sldMk cId="2337969359" sldId="271"/>
            <ac:spMk id="13" creationId="{D97F7665-6643-4208-8643-36290AA2107F}"/>
          </ac:spMkLst>
        </pc:spChg>
        <pc:spChg chg="add del">
          <ac:chgData name="Erick Vega" userId="65e1e5dacfec4262" providerId="LiveId" clId="{BA5AE830-1FC2-43BB-BF20-A963A5667A72}" dt="2023-08-25T00:11:25.131" v="9907" actId="478"/>
          <ac:spMkLst>
            <pc:docMk/>
            <pc:sldMk cId="2337969359" sldId="271"/>
            <ac:spMk id="14" creationId="{8607F520-25B5-425D-9F80-AA968F2963BE}"/>
          </ac:spMkLst>
        </pc:spChg>
        <pc:spChg chg="add del">
          <ac:chgData name="Erick Vega" userId="65e1e5dacfec4262" providerId="LiveId" clId="{BA5AE830-1FC2-43BB-BF20-A963A5667A72}" dt="2023-08-25T00:13:12.950" v="9909" actId="478"/>
          <ac:spMkLst>
            <pc:docMk/>
            <pc:sldMk cId="2337969359" sldId="271"/>
            <ac:spMk id="15" creationId="{3605FF4B-2788-4A6F-A202-51B282F1CD22}"/>
          </ac:spMkLst>
        </pc:spChg>
        <pc:spChg chg="add del">
          <ac:chgData name="Erick Vega" userId="65e1e5dacfec4262" providerId="LiveId" clId="{BA5AE830-1FC2-43BB-BF20-A963A5667A72}" dt="2023-08-25T00:13:13.821" v="9911"/>
          <ac:spMkLst>
            <pc:docMk/>
            <pc:sldMk cId="2337969359" sldId="271"/>
            <ac:spMk id="16" creationId="{D90DC4C2-6BF7-4C9B-AB04-CF9DDB72A625}"/>
          </ac:spMkLst>
        </pc:spChg>
        <pc:picChg chg="del">
          <ac:chgData name="Erick Vega" userId="65e1e5dacfec4262" providerId="LiveId" clId="{BA5AE830-1FC2-43BB-BF20-A963A5667A72}" dt="2023-08-25T00:11:23.576" v="9905" actId="478"/>
          <ac:picMkLst>
            <pc:docMk/>
            <pc:sldMk cId="2337969359" sldId="271"/>
            <ac:picMk id="8" creationId="{EA70616B-E344-4856-8DF9-707C26236613}"/>
          </ac:picMkLst>
        </pc:picChg>
        <pc:picChg chg="add del mod">
          <ac:chgData name="Erick Vega" userId="65e1e5dacfec4262" providerId="LiveId" clId="{BA5AE830-1FC2-43BB-BF20-A963A5667A72}" dt="2023-08-25T00:14:01.383" v="9913" actId="478"/>
          <ac:picMkLst>
            <pc:docMk/>
            <pc:sldMk cId="2337969359" sldId="271"/>
            <ac:picMk id="18" creationId="{FE2A4FF0-8F55-4B12-8230-841C5409FF94}"/>
          </ac:picMkLst>
        </pc:picChg>
        <pc:picChg chg="add mod">
          <ac:chgData name="Erick Vega" userId="65e1e5dacfec4262" providerId="LiveId" clId="{BA5AE830-1FC2-43BB-BF20-A963A5667A72}" dt="2023-08-25T00:14:14.172" v="9917" actId="1076"/>
          <ac:picMkLst>
            <pc:docMk/>
            <pc:sldMk cId="2337969359" sldId="271"/>
            <ac:picMk id="20" creationId="{1AE30B91-CB9A-4319-A550-A29EBE8B2C19}"/>
          </ac:picMkLst>
        </pc:picChg>
        <pc:picChg chg="add mod">
          <ac:chgData name="Erick Vega" userId="65e1e5dacfec4262" providerId="LiveId" clId="{BA5AE830-1FC2-43BB-BF20-A963A5667A72}" dt="2023-08-25T00:15:08.429" v="9922" actId="14100"/>
          <ac:picMkLst>
            <pc:docMk/>
            <pc:sldMk cId="2337969359" sldId="271"/>
            <ac:picMk id="22" creationId="{7A152848-7D38-414B-B657-55EE4842A9A1}"/>
          </ac:picMkLst>
        </pc:picChg>
      </pc:sldChg>
      <pc:sldChg chg="addSp delSp modSp add mod">
        <pc:chgData name="Erick Vega" userId="65e1e5dacfec4262" providerId="LiveId" clId="{BA5AE830-1FC2-43BB-BF20-A963A5667A72}" dt="2023-09-02T18:31:41.566" v="10224" actId="14100"/>
        <pc:sldMkLst>
          <pc:docMk/>
          <pc:sldMk cId="1737007386" sldId="272"/>
        </pc:sldMkLst>
        <pc:spChg chg="mod">
          <ac:chgData name="Erick Vega" userId="65e1e5dacfec4262" providerId="LiveId" clId="{BA5AE830-1FC2-43BB-BF20-A963A5667A72}" dt="2023-09-02T18:31:41.566" v="10224" actId="14100"/>
          <ac:spMkLst>
            <pc:docMk/>
            <pc:sldMk cId="1737007386" sldId="272"/>
            <ac:spMk id="5" creationId="{849F7A83-8077-4733-AAEF-F3C47B908727}"/>
          </ac:spMkLst>
        </pc:spChg>
        <pc:picChg chg="add mod">
          <ac:chgData name="Erick Vega" userId="65e1e5dacfec4262" providerId="LiveId" clId="{BA5AE830-1FC2-43BB-BF20-A963A5667A72}" dt="2023-09-02T18:31:38.956" v="10223" actId="1076"/>
          <ac:picMkLst>
            <pc:docMk/>
            <pc:sldMk cId="1737007386" sldId="272"/>
            <ac:picMk id="1026" creationId="{05C12A5A-A0BA-4B8D-89BB-1EDBA6883DA2}"/>
          </ac:picMkLst>
        </pc:picChg>
        <pc:picChg chg="del">
          <ac:chgData name="Erick Vega" userId="65e1e5dacfec4262" providerId="LiveId" clId="{BA5AE830-1FC2-43BB-BF20-A963A5667A72}" dt="2023-09-02T18:31:32.863" v="10220" actId="478"/>
          <ac:picMkLst>
            <pc:docMk/>
            <pc:sldMk cId="1737007386" sldId="272"/>
            <ac:picMk id="9218" creationId="{DEF44E6B-BD4A-450F-87AC-DEFEA89B7CEE}"/>
          </ac:picMkLst>
        </pc:picChg>
      </pc:sldChg>
      <pc:sldChg chg="new del">
        <pc:chgData name="Erick Vega" userId="65e1e5dacfec4262" providerId="LiveId" clId="{BA5AE830-1FC2-43BB-BF20-A963A5667A72}" dt="2023-09-02T18:27:15.272" v="10201" actId="680"/>
        <pc:sldMkLst>
          <pc:docMk/>
          <pc:sldMk cId="2750826078" sldId="272"/>
        </pc:sldMkLst>
      </pc:sldChg>
      <pc:sldMasterChg chg="addSp delSp modSp mod">
        <pc:chgData name="Erick Vega" userId="65e1e5dacfec4262" providerId="LiveId" clId="{BA5AE830-1FC2-43BB-BF20-A963A5667A72}" dt="2023-08-23T23:23:01.529" v="102" actId="1076"/>
        <pc:sldMasterMkLst>
          <pc:docMk/>
          <pc:sldMasterMk cId="82855549" sldId="2147483672"/>
        </pc:sldMasterMkLst>
        <pc:spChg chg="mod">
          <ac:chgData name="Erick Vega" userId="65e1e5dacfec4262" providerId="LiveId" clId="{BA5AE830-1FC2-43BB-BF20-A963A5667A72}" dt="2023-08-23T23:23:01.113" v="101" actId="1076"/>
          <ac:spMkLst>
            <pc:docMk/>
            <pc:sldMasterMk cId="82855549" sldId="2147483672"/>
            <ac:spMk id="9" creationId="{00000000-0000-0000-0000-000000000000}"/>
          </ac:spMkLst>
        </pc:spChg>
        <pc:spChg chg="add del mod">
          <ac:chgData name="Erick Vega" userId="65e1e5dacfec4262" providerId="LiveId" clId="{BA5AE830-1FC2-43BB-BF20-A963A5667A72}" dt="2023-08-23T23:23:00.712" v="100" actId="1076"/>
          <ac:spMkLst>
            <pc:docMk/>
            <pc:sldMasterMk cId="82855549" sldId="2147483672"/>
            <ac:spMk id="10" creationId="{00000000-0000-0000-0000-000000000000}"/>
          </ac:spMkLst>
        </pc:spChg>
        <pc:spChg chg="add del mod">
          <ac:chgData name="Erick Vega" userId="65e1e5dacfec4262" providerId="LiveId" clId="{BA5AE830-1FC2-43BB-BF20-A963A5667A72}" dt="2023-08-23T23:23:01.529" v="102" actId="1076"/>
          <ac:spMkLst>
            <pc:docMk/>
            <pc:sldMasterMk cId="82855549" sldId="2147483672"/>
            <ac:spMk id="11" creationId="{00000000-0000-0000-0000-000000000000}"/>
          </ac:spMkLst>
        </pc:sp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Dificultad de integración/conexión entre dispositivos y plataformas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MX" dirty="0"/>
            <a:t>Alta dependencia de configuración de parte del usuario</a:t>
          </a:r>
          <a:endParaRPr lang="es-ES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BF2DFE73-AEE4-47AE-A17D-CC6A69611643}">
      <dgm:prSet/>
      <dgm:spPr/>
      <dgm:t>
        <a:bodyPr/>
        <a:lstStyle/>
        <a:p>
          <a:r>
            <a:rPr lang="es-MX" dirty="0"/>
            <a:t>Baja capacidad de escalabilidad y análisis de datos</a:t>
          </a:r>
        </a:p>
      </dgm:t>
    </dgm:pt>
    <dgm:pt modelId="{B3A47718-AA74-45FD-9F59-5AD2990BE6C4}" type="parTrans" cxnId="{2ED067AD-6D55-42AD-932C-F587FD8DCAD3}">
      <dgm:prSet/>
      <dgm:spPr/>
      <dgm:t>
        <a:bodyPr/>
        <a:lstStyle/>
        <a:p>
          <a:endParaRPr lang="es-MX"/>
        </a:p>
      </dgm:t>
    </dgm:pt>
    <dgm:pt modelId="{4254609A-9A3F-4C90-A074-0AF07E5E5581}" type="sibTrans" cxnId="{2ED067AD-6D55-42AD-932C-F587FD8DCAD3}">
      <dgm:prSet/>
      <dgm:spPr/>
      <dgm:t>
        <a:bodyPr/>
        <a:lstStyle/>
        <a:p>
          <a:endParaRPr lang="es-MX"/>
        </a:p>
      </dgm:t>
    </dgm:pt>
    <dgm:pt modelId="{09877B44-947D-4375-A139-6BEBEE4A9EC9}">
      <dgm:prSet/>
      <dgm:spPr/>
      <dgm:t>
        <a:bodyPr/>
        <a:lstStyle/>
        <a:p>
          <a:r>
            <a:rPr lang="es-MX" dirty="0"/>
            <a:t>Baja capacidad de actuación e informe con base en análisis de datos</a:t>
          </a:r>
        </a:p>
      </dgm:t>
    </dgm:pt>
    <dgm:pt modelId="{1EC07653-B337-4557-94AE-D59644E23FEF}" type="parTrans" cxnId="{C212998C-3BAB-428C-92BF-39307417F646}">
      <dgm:prSet/>
      <dgm:spPr/>
      <dgm:t>
        <a:bodyPr/>
        <a:lstStyle/>
        <a:p>
          <a:endParaRPr lang="es-MX"/>
        </a:p>
      </dgm:t>
    </dgm:pt>
    <dgm:pt modelId="{D2179A60-80B8-49EC-9F7D-AD1429886FAE}" type="sibTrans" cxnId="{C212998C-3BAB-428C-92BF-39307417F646}">
      <dgm:prSet/>
      <dgm:spPr/>
      <dgm:t>
        <a:bodyPr/>
        <a:lstStyle/>
        <a:p>
          <a:endParaRPr lang="es-MX"/>
        </a:p>
      </dgm:t>
    </dgm:pt>
    <dgm:pt modelId="{BCB8E194-D11F-4C6B-94D3-CFE84EE72859}">
      <dgm:prSet/>
      <dgm:spPr/>
      <dgm:t>
        <a:bodyPr/>
        <a:lstStyle/>
        <a:p>
          <a:r>
            <a:rPr lang="es-MX" dirty="0"/>
            <a:t>Desperdicio de alimentos y poco control en su elección y compra</a:t>
          </a:r>
        </a:p>
      </dgm:t>
    </dgm:pt>
    <dgm:pt modelId="{203E4F5F-667E-4E7A-A8DE-82B860060520}" type="parTrans" cxnId="{B961DCDF-CB96-4C92-AC0D-0D02C1050696}">
      <dgm:prSet/>
      <dgm:spPr/>
      <dgm:t>
        <a:bodyPr/>
        <a:lstStyle/>
        <a:p>
          <a:endParaRPr lang="es-MX"/>
        </a:p>
      </dgm:t>
    </dgm:pt>
    <dgm:pt modelId="{8BCE06A4-8E07-4A5E-B35C-956B76252D36}" type="sibTrans" cxnId="{B961DCDF-CB96-4C92-AC0D-0D02C1050696}">
      <dgm:prSet/>
      <dgm:spPr/>
      <dgm:t>
        <a:bodyPr/>
        <a:lstStyle/>
        <a:p>
          <a:endParaRPr lang="es-MX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35ED6C85-42EC-4B9B-9510-66186BE7CCEC}" type="pres">
      <dgm:prSet presAssocID="{0BEF68B8-1228-47BB-83B5-7B9CD1E3F84E}" presName="text_1" presStyleLbl="node1" presStyleIdx="0" presStyleCnt="5">
        <dgm:presLayoutVars>
          <dgm:bulletEnabled val="1"/>
        </dgm:presLayoutVars>
      </dgm:prSet>
      <dgm:spPr/>
    </dgm:pt>
    <dgm:pt modelId="{3C0D4BAC-DBAC-4BB4-9F9E-BF3BE97F1B2A}" type="pres">
      <dgm:prSet presAssocID="{0BEF68B8-1228-47BB-83B5-7B9CD1E3F84E}" presName="accent_1" presStyleCnt="0"/>
      <dgm:spPr/>
    </dgm:pt>
    <dgm:pt modelId="{3F8116AC-FAC3-4E95-9865-93CCFEB191B9}" type="pres">
      <dgm:prSet presAssocID="{0BEF68B8-1228-47BB-83B5-7B9CD1E3F84E}" presName="accentRepeatNode" presStyleLbl="solidFgAcc1" presStyleIdx="0" presStyleCnt="5"/>
      <dgm:spPr/>
    </dgm:pt>
    <dgm:pt modelId="{072808F5-4985-428A-8F2C-320FFF552C8D}" type="pres">
      <dgm:prSet presAssocID="{5605D28D-2CE6-4513-8566-952984E21E14}" presName="text_2" presStyleLbl="node1" presStyleIdx="1" presStyleCnt="5">
        <dgm:presLayoutVars>
          <dgm:bulletEnabled val="1"/>
        </dgm:presLayoutVars>
      </dgm:prSet>
      <dgm:spPr/>
    </dgm:pt>
    <dgm:pt modelId="{CBB83FA8-7957-4EC3-8B01-03F99882D017}" type="pres">
      <dgm:prSet presAssocID="{5605D28D-2CE6-4513-8566-952984E21E14}" presName="accent_2" presStyleCnt="0"/>
      <dgm:spPr/>
    </dgm:pt>
    <dgm:pt modelId="{A965097E-32F1-4AB8-8C4E-2814A7596B2F}" type="pres">
      <dgm:prSet presAssocID="{5605D28D-2CE6-4513-8566-952984E21E14}" presName="accentRepeatNode" presStyleLbl="solidFgAcc1" presStyleIdx="1" presStyleCnt="5"/>
      <dgm:spPr/>
    </dgm:pt>
    <dgm:pt modelId="{D9F021D6-8BDD-4A9C-BB31-A133CDA888B1}" type="pres">
      <dgm:prSet presAssocID="{BCB8E194-D11F-4C6B-94D3-CFE84EE72859}" presName="text_3" presStyleLbl="node1" presStyleIdx="2" presStyleCnt="5">
        <dgm:presLayoutVars>
          <dgm:bulletEnabled val="1"/>
        </dgm:presLayoutVars>
      </dgm:prSet>
      <dgm:spPr/>
    </dgm:pt>
    <dgm:pt modelId="{39CCFAE4-24F9-4BAD-A3BB-69533094CD9E}" type="pres">
      <dgm:prSet presAssocID="{BCB8E194-D11F-4C6B-94D3-CFE84EE72859}" presName="accent_3" presStyleCnt="0"/>
      <dgm:spPr/>
    </dgm:pt>
    <dgm:pt modelId="{8254B168-E2EE-4C9E-B9A8-2AADA935E1A2}" type="pres">
      <dgm:prSet presAssocID="{BCB8E194-D11F-4C6B-94D3-CFE84EE72859}" presName="accentRepeatNode" presStyleLbl="solidFgAcc1" presStyleIdx="2" presStyleCnt="5"/>
      <dgm:spPr/>
    </dgm:pt>
    <dgm:pt modelId="{C9843053-4EE7-499C-B7F1-0E62B19DCAC8}" type="pres">
      <dgm:prSet presAssocID="{BF2DFE73-AEE4-47AE-A17D-CC6A69611643}" presName="text_4" presStyleLbl="node1" presStyleIdx="3" presStyleCnt="5">
        <dgm:presLayoutVars>
          <dgm:bulletEnabled val="1"/>
        </dgm:presLayoutVars>
      </dgm:prSet>
      <dgm:spPr/>
    </dgm:pt>
    <dgm:pt modelId="{85C36D8D-4A47-4F8D-9A97-27C361A56C07}" type="pres">
      <dgm:prSet presAssocID="{BF2DFE73-AEE4-47AE-A17D-CC6A69611643}" presName="accent_4" presStyleCnt="0"/>
      <dgm:spPr/>
    </dgm:pt>
    <dgm:pt modelId="{E5017C3B-F0BA-4205-BF76-CA822AFC0727}" type="pres">
      <dgm:prSet presAssocID="{BF2DFE73-AEE4-47AE-A17D-CC6A69611643}" presName="accentRepeatNode" presStyleLbl="solidFgAcc1" presStyleIdx="3" presStyleCnt="5"/>
      <dgm:spPr/>
    </dgm:pt>
    <dgm:pt modelId="{0C56344F-D684-4CA0-93F4-EE8449EC4A3A}" type="pres">
      <dgm:prSet presAssocID="{09877B44-947D-4375-A139-6BEBEE4A9EC9}" presName="text_5" presStyleLbl="node1" presStyleIdx="4" presStyleCnt="5">
        <dgm:presLayoutVars>
          <dgm:bulletEnabled val="1"/>
        </dgm:presLayoutVars>
      </dgm:prSet>
      <dgm:spPr/>
    </dgm:pt>
    <dgm:pt modelId="{9047FB0A-6CC8-4128-989C-00091E2F658E}" type="pres">
      <dgm:prSet presAssocID="{09877B44-947D-4375-A139-6BEBEE4A9EC9}" presName="accent_5" presStyleCnt="0"/>
      <dgm:spPr/>
    </dgm:pt>
    <dgm:pt modelId="{C576F28A-4E6F-431F-958E-C97B63C8F3C3}" type="pres">
      <dgm:prSet presAssocID="{09877B44-947D-4375-A139-6BEBEE4A9EC9}" presName="accentRepeatNode" presStyleLbl="solidFgAcc1" presStyleIdx="4" presStyleCnt="5"/>
      <dgm:spPr/>
    </dgm:pt>
  </dgm:ptLst>
  <dgm:cxnLst>
    <dgm:cxn modelId="{85F64826-5F8D-4DBB-A154-0FE4BAC47549}" type="presOf" srcId="{09877B44-947D-4375-A139-6BEBEE4A9EC9}" destId="{0C56344F-D684-4CA0-93F4-EE8449EC4A3A}" srcOrd="0" destOrd="0" presId="urn:microsoft.com/office/officeart/2008/layout/VerticalCurvedList"/>
    <dgm:cxn modelId="{13CDAB3F-C22E-4FC8-AFDF-BD1823135DFF}" type="presOf" srcId="{BF2DFE73-AEE4-47AE-A17D-CC6A69611643}" destId="{C9843053-4EE7-499C-B7F1-0E62B19DCAC8}" srcOrd="0" destOrd="0" presId="urn:microsoft.com/office/officeart/2008/layout/VerticalCurvedList"/>
    <dgm:cxn modelId="{D242105F-5A8A-42CB-8A83-864A6A7365FB}" type="presOf" srcId="{5605D28D-2CE6-4513-8566-952984E21E14}" destId="{072808F5-4985-428A-8F2C-320FFF552C8D}" srcOrd="0" destOrd="0" presId="urn:microsoft.com/office/officeart/2008/layout/VerticalCurvedList"/>
    <dgm:cxn modelId="{EDEF4F82-1237-4639-A0F7-385C1897CE66}" srcId="{7E5AA53B-3EEE-4DE4-BB81-9044890C2946}" destId="{0BEF68B8-1228-47BB-83B5-7B9CD1E3F84E}" srcOrd="0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1" destOrd="0" parTransId="{EB15AB98-362B-4E70-A3DA-995FC3E8BA79}" sibTransId="{823D1971-2C4D-4EC5-A874-2F463DE37109}"/>
    <dgm:cxn modelId="{C212998C-3BAB-428C-92BF-39307417F646}" srcId="{7E5AA53B-3EEE-4DE4-BB81-9044890C2946}" destId="{09877B44-947D-4375-A139-6BEBEE4A9EC9}" srcOrd="4" destOrd="0" parTransId="{1EC07653-B337-4557-94AE-D59644E23FEF}" sibTransId="{D2179A60-80B8-49EC-9F7D-AD1429886FAE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0EC981AC-3A25-42D4-951C-DBCC8DDE396A}" type="presOf" srcId="{BCB8E194-D11F-4C6B-94D3-CFE84EE72859}" destId="{D9F021D6-8BDD-4A9C-BB31-A133CDA888B1}" srcOrd="0" destOrd="0" presId="urn:microsoft.com/office/officeart/2008/layout/VerticalCurvedList"/>
    <dgm:cxn modelId="{2ED067AD-6D55-42AD-932C-F587FD8DCAD3}" srcId="{7E5AA53B-3EEE-4DE4-BB81-9044890C2946}" destId="{BF2DFE73-AEE4-47AE-A17D-CC6A69611643}" srcOrd="3" destOrd="0" parTransId="{B3A47718-AA74-45FD-9F59-5AD2990BE6C4}" sibTransId="{4254609A-9A3F-4C90-A074-0AF07E5E5581}"/>
    <dgm:cxn modelId="{E6B625C1-C8A4-4009-A4EB-9C85B515B276}" type="presOf" srcId="{FD949706-EDCC-4ADC-8EDF-8EDA49C92325}" destId="{D79B43FC-100B-4A0D-A4D5-0D2D04B99064}" srcOrd="0" destOrd="0" presId="urn:microsoft.com/office/officeart/2008/layout/VerticalCurvedList"/>
    <dgm:cxn modelId="{B961DCDF-CB96-4C92-AC0D-0D02C1050696}" srcId="{7E5AA53B-3EEE-4DE4-BB81-9044890C2946}" destId="{BCB8E194-D11F-4C6B-94D3-CFE84EE72859}" srcOrd="2" destOrd="0" parTransId="{203E4F5F-667E-4E7A-A8DE-82B860060520}" sibTransId="{8BCE06A4-8E07-4A5E-B35C-956B76252D36}"/>
    <dgm:cxn modelId="{549514EC-68B1-47BD-BE58-32F9D847088B}" type="presOf" srcId="{0BEF68B8-1228-47BB-83B5-7B9CD1E3F84E}" destId="{35ED6C85-42EC-4B9B-9510-66186BE7CCEC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3B0D34D0-00B2-456F-88BC-26AF34781D69}" type="presParOf" srcId="{90561C55-3C6E-4D53-85E1-2C50BCDDA392}" destId="{35ED6C85-42EC-4B9B-9510-66186BE7CCEC}" srcOrd="1" destOrd="0" presId="urn:microsoft.com/office/officeart/2008/layout/VerticalCurvedList"/>
    <dgm:cxn modelId="{B734C5D9-E026-470E-A108-EA601514C056}" type="presParOf" srcId="{90561C55-3C6E-4D53-85E1-2C50BCDDA392}" destId="{3C0D4BAC-DBAC-4BB4-9F9E-BF3BE97F1B2A}" srcOrd="2" destOrd="0" presId="urn:microsoft.com/office/officeart/2008/layout/VerticalCurvedList"/>
    <dgm:cxn modelId="{BA84B6F4-B281-47CF-BCC2-505D551B72BD}" type="presParOf" srcId="{3C0D4BAC-DBAC-4BB4-9F9E-BF3BE97F1B2A}" destId="{3F8116AC-FAC3-4E95-9865-93CCFEB191B9}" srcOrd="0" destOrd="0" presId="urn:microsoft.com/office/officeart/2008/layout/VerticalCurvedList"/>
    <dgm:cxn modelId="{2F1BF589-6FF0-40BD-A23A-2C26A90AA2B9}" type="presParOf" srcId="{90561C55-3C6E-4D53-85E1-2C50BCDDA392}" destId="{072808F5-4985-428A-8F2C-320FFF552C8D}" srcOrd="3" destOrd="0" presId="urn:microsoft.com/office/officeart/2008/layout/VerticalCurvedList"/>
    <dgm:cxn modelId="{2F97A0F6-4D9E-4CDB-90F1-2E96A2558B1F}" type="presParOf" srcId="{90561C55-3C6E-4D53-85E1-2C50BCDDA392}" destId="{CBB83FA8-7957-4EC3-8B01-03F99882D017}" srcOrd="4" destOrd="0" presId="urn:microsoft.com/office/officeart/2008/layout/VerticalCurvedList"/>
    <dgm:cxn modelId="{C7575638-102F-49E4-B242-A5D55FAB8E71}" type="presParOf" srcId="{CBB83FA8-7957-4EC3-8B01-03F99882D017}" destId="{A965097E-32F1-4AB8-8C4E-2814A7596B2F}" srcOrd="0" destOrd="0" presId="urn:microsoft.com/office/officeart/2008/layout/VerticalCurvedList"/>
    <dgm:cxn modelId="{6DBBD57D-750F-40D2-96A1-1C6E7C025D3A}" type="presParOf" srcId="{90561C55-3C6E-4D53-85E1-2C50BCDDA392}" destId="{D9F021D6-8BDD-4A9C-BB31-A133CDA888B1}" srcOrd="5" destOrd="0" presId="urn:microsoft.com/office/officeart/2008/layout/VerticalCurvedList"/>
    <dgm:cxn modelId="{05E96D1B-A8A1-41BC-A1BD-4EE61983B110}" type="presParOf" srcId="{90561C55-3C6E-4D53-85E1-2C50BCDDA392}" destId="{39CCFAE4-24F9-4BAD-A3BB-69533094CD9E}" srcOrd="6" destOrd="0" presId="urn:microsoft.com/office/officeart/2008/layout/VerticalCurvedList"/>
    <dgm:cxn modelId="{AE49F5A2-AAB9-477B-8948-95301675C4ED}" type="presParOf" srcId="{39CCFAE4-24F9-4BAD-A3BB-69533094CD9E}" destId="{8254B168-E2EE-4C9E-B9A8-2AADA935E1A2}" srcOrd="0" destOrd="0" presId="urn:microsoft.com/office/officeart/2008/layout/VerticalCurvedList"/>
    <dgm:cxn modelId="{ED7540D7-2757-40FD-A6E2-300057F3B240}" type="presParOf" srcId="{90561C55-3C6E-4D53-85E1-2C50BCDDA392}" destId="{C9843053-4EE7-499C-B7F1-0E62B19DCAC8}" srcOrd="7" destOrd="0" presId="urn:microsoft.com/office/officeart/2008/layout/VerticalCurvedList"/>
    <dgm:cxn modelId="{F89300DD-B232-4C06-A95E-C62106C01EED}" type="presParOf" srcId="{90561C55-3C6E-4D53-85E1-2C50BCDDA392}" destId="{85C36D8D-4A47-4F8D-9A97-27C361A56C07}" srcOrd="8" destOrd="0" presId="urn:microsoft.com/office/officeart/2008/layout/VerticalCurvedList"/>
    <dgm:cxn modelId="{9F72CFF3-DFEA-4047-A168-AE69CB10A643}" type="presParOf" srcId="{85C36D8D-4A47-4F8D-9A97-27C361A56C07}" destId="{E5017C3B-F0BA-4205-BF76-CA822AFC0727}" srcOrd="0" destOrd="0" presId="urn:microsoft.com/office/officeart/2008/layout/VerticalCurvedList"/>
    <dgm:cxn modelId="{F005E992-D039-484D-9BC7-23835DCAB761}" type="presParOf" srcId="{90561C55-3C6E-4D53-85E1-2C50BCDDA392}" destId="{0C56344F-D684-4CA0-93F4-EE8449EC4A3A}" srcOrd="9" destOrd="0" presId="urn:microsoft.com/office/officeart/2008/layout/VerticalCurvedList"/>
    <dgm:cxn modelId="{8724FDB5-B45F-49FD-A484-B98767782E91}" type="presParOf" srcId="{90561C55-3C6E-4D53-85E1-2C50BCDDA392}" destId="{9047FB0A-6CC8-4128-989C-00091E2F658E}" srcOrd="10" destOrd="0" presId="urn:microsoft.com/office/officeart/2008/layout/VerticalCurvedList"/>
    <dgm:cxn modelId="{1782F89B-E627-4E26-9CF7-23F3094EB49A}" type="presParOf" srcId="{9047FB0A-6CC8-4128-989C-00091E2F658E}" destId="{C576F28A-4E6F-431F-958E-C97B63C8F3C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 rtlCol="0"/>
        <a:lstStyle/>
        <a:p>
          <a:pPr rtl="0"/>
          <a:r>
            <a:rPr lang="es-ES" noProof="0" dirty="0">
              <a:solidFill>
                <a:schemeClr val="bg1"/>
              </a:solidFill>
            </a:rPr>
            <a:t>Hardware embebido, simple de instalar y de mínimo mantenimiento</a:t>
          </a:r>
        </a:p>
      </dgm:t>
    </dgm:pt>
    <dgm:pt modelId="{9617668C-C38C-4017-8DDF-37855B15D110}" type="parTrans" cxnId="{C4BA385D-31ED-40EF-A5D6-98DFBA64E71A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0C95B389-AC0C-4055-9AA3-38815EFC8B0A}" type="sibTrans" cxnId="{C4BA385D-31ED-40EF-A5D6-98DFBA64E71A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91A66877-AC1C-46D9-BF2C-6024B638DEA9}">
      <dgm:prSet phldrT="[Text]"/>
      <dgm:spPr/>
      <dgm:t>
        <a:bodyPr rtlCol="0"/>
        <a:lstStyle/>
        <a:p>
          <a:pPr rtl="0"/>
          <a:r>
            <a:rPr lang="es-ES" noProof="0" dirty="0">
              <a:solidFill>
                <a:schemeClr val="bg1"/>
              </a:solidFill>
            </a:rPr>
            <a:t>Redes tipo malla y comunicación</a:t>
          </a:r>
        </a:p>
      </dgm:t>
    </dgm:pt>
    <dgm:pt modelId="{913FED05-DF41-48A7-B1F8-81937A468EF9}" type="parTrans" cxnId="{7F0DAB6F-9257-4F2D-B31A-3418F73F6952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BFCE4A28-C381-46FF-935A-B11534EF7D87}" type="sibTrans" cxnId="{7F0DAB6F-9257-4F2D-B31A-3418F73F6952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76CC3289-2662-43F0-A3C6-BA04A135F08C}">
      <dgm:prSet phldrT="[Text]"/>
      <dgm:spPr/>
      <dgm:t>
        <a:bodyPr rtlCol="0"/>
        <a:lstStyle/>
        <a:p>
          <a:pPr rtl="0"/>
          <a:r>
            <a:rPr lang="es-ES" noProof="0" dirty="0">
              <a:solidFill>
                <a:schemeClr val="bg1"/>
              </a:solidFill>
            </a:rPr>
            <a:t>Software de control e independencia operativa</a:t>
          </a:r>
        </a:p>
      </dgm:t>
    </dgm:pt>
    <dgm:pt modelId="{D46DB4DA-1442-4ECE-89FE-BBB1E3489E3D}" type="parTrans" cxnId="{0400886E-8A1A-44C2-95A7-DB0EF4911494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FA28C9D6-476E-43CD-BA23-D6D990FD78D0}" type="sibTrans" cxnId="{0400886E-8A1A-44C2-95A7-DB0EF4911494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 con relleno sólido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 con relleno sólido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echa circular con relleno sólido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5677724" y="-869111"/>
          <a:ext cx="6759803" cy="6759803"/>
        </a:xfrm>
        <a:prstGeom prst="blockArc">
          <a:avLst>
            <a:gd name="adj1" fmla="val 18900000"/>
            <a:gd name="adj2" fmla="val 2700000"/>
            <a:gd name="adj3" fmla="val 32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ED6C85-42EC-4B9B-9510-66186BE7CCEC}">
      <dsp:nvSpPr>
        <dsp:cNvPr id="0" name=""/>
        <dsp:cNvSpPr/>
      </dsp:nvSpPr>
      <dsp:spPr>
        <a:xfrm>
          <a:off x="473024" y="313748"/>
          <a:ext cx="6960330" cy="6278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3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0" dirty="0"/>
            <a:t>Dificultad de integración/conexión entre dispositivos y plataformas</a:t>
          </a:r>
        </a:p>
      </dsp:txBody>
      <dsp:txXfrm>
        <a:off x="473024" y="313748"/>
        <a:ext cx="6960330" cy="627898"/>
      </dsp:txXfrm>
    </dsp:sp>
    <dsp:sp modelId="{3F8116AC-FAC3-4E95-9865-93CCFEB191B9}">
      <dsp:nvSpPr>
        <dsp:cNvPr id="0" name=""/>
        <dsp:cNvSpPr/>
      </dsp:nvSpPr>
      <dsp:spPr>
        <a:xfrm>
          <a:off x="80587" y="235261"/>
          <a:ext cx="784872" cy="7848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808F5-4985-428A-8F2C-320FFF552C8D}">
      <dsp:nvSpPr>
        <dsp:cNvPr id="0" name=""/>
        <dsp:cNvSpPr/>
      </dsp:nvSpPr>
      <dsp:spPr>
        <a:xfrm>
          <a:off x="922957" y="1255294"/>
          <a:ext cx="6510396" cy="6278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3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Alta dependencia de configuración de parte del usuario</a:t>
          </a:r>
          <a:endParaRPr lang="es-ES" sz="1800" kern="1200" noProof="0" dirty="0"/>
        </a:p>
      </dsp:txBody>
      <dsp:txXfrm>
        <a:off x="922957" y="1255294"/>
        <a:ext cx="6510396" cy="627898"/>
      </dsp:txXfrm>
    </dsp:sp>
    <dsp:sp modelId="{A965097E-32F1-4AB8-8C4E-2814A7596B2F}">
      <dsp:nvSpPr>
        <dsp:cNvPr id="0" name=""/>
        <dsp:cNvSpPr/>
      </dsp:nvSpPr>
      <dsp:spPr>
        <a:xfrm>
          <a:off x="530521" y="1176807"/>
          <a:ext cx="784872" cy="7848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021D6-8BDD-4A9C-BB31-A133CDA888B1}">
      <dsp:nvSpPr>
        <dsp:cNvPr id="0" name=""/>
        <dsp:cNvSpPr/>
      </dsp:nvSpPr>
      <dsp:spPr>
        <a:xfrm>
          <a:off x="1061051" y="2196840"/>
          <a:ext cx="6372303" cy="6278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3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Desperdicio de alimentos y poco control en su elección y compra</a:t>
          </a:r>
        </a:p>
      </dsp:txBody>
      <dsp:txXfrm>
        <a:off x="1061051" y="2196840"/>
        <a:ext cx="6372303" cy="627898"/>
      </dsp:txXfrm>
    </dsp:sp>
    <dsp:sp modelId="{8254B168-E2EE-4C9E-B9A8-2AADA935E1A2}">
      <dsp:nvSpPr>
        <dsp:cNvPr id="0" name=""/>
        <dsp:cNvSpPr/>
      </dsp:nvSpPr>
      <dsp:spPr>
        <a:xfrm>
          <a:off x="668614" y="2118353"/>
          <a:ext cx="784872" cy="7848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43053-4EE7-499C-B7F1-0E62B19DCAC8}">
      <dsp:nvSpPr>
        <dsp:cNvPr id="0" name=""/>
        <dsp:cNvSpPr/>
      </dsp:nvSpPr>
      <dsp:spPr>
        <a:xfrm>
          <a:off x="922957" y="3138387"/>
          <a:ext cx="6510396" cy="6278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3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Baja capacidad de escalabilidad y análisis de datos</a:t>
          </a:r>
        </a:p>
      </dsp:txBody>
      <dsp:txXfrm>
        <a:off x="922957" y="3138387"/>
        <a:ext cx="6510396" cy="627898"/>
      </dsp:txXfrm>
    </dsp:sp>
    <dsp:sp modelId="{E5017C3B-F0BA-4205-BF76-CA822AFC0727}">
      <dsp:nvSpPr>
        <dsp:cNvPr id="0" name=""/>
        <dsp:cNvSpPr/>
      </dsp:nvSpPr>
      <dsp:spPr>
        <a:xfrm>
          <a:off x="530521" y="3059899"/>
          <a:ext cx="784872" cy="7848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6344F-D684-4CA0-93F4-EE8449EC4A3A}">
      <dsp:nvSpPr>
        <dsp:cNvPr id="0" name=""/>
        <dsp:cNvSpPr/>
      </dsp:nvSpPr>
      <dsp:spPr>
        <a:xfrm>
          <a:off x="473024" y="4079933"/>
          <a:ext cx="6960330" cy="6278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3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Baja capacidad de actuación e informe con base en análisis de datos</a:t>
          </a:r>
        </a:p>
      </dsp:txBody>
      <dsp:txXfrm>
        <a:off x="473024" y="4079933"/>
        <a:ext cx="6960330" cy="627898"/>
      </dsp:txXfrm>
    </dsp:sp>
    <dsp:sp modelId="{C576F28A-4E6F-431F-958E-C97B63C8F3C3}">
      <dsp:nvSpPr>
        <dsp:cNvPr id="0" name=""/>
        <dsp:cNvSpPr/>
      </dsp:nvSpPr>
      <dsp:spPr>
        <a:xfrm>
          <a:off x="80587" y="4001446"/>
          <a:ext cx="784872" cy="7848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668621" y="722785"/>
          <a:ext cx="2347732" cy="23477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187552" y="3031472"/>
          <a:ext cx="33098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0" dirty="0">
              <a:solidFill>
                <a:schemeClr val="bg1"/>
              </a:solidFill>
            </a:rPr>
            <a:t>Hardware embebido, simple de instalar y de mínimo mantenimiento</a:t>
          </a:r>
        </a:p>
      </dsp:txBody>
      <dsp:txXfrm>
        <a:off x="187552" y="3031472"/>
        <a:ext cx="3309870" cy="720000"/>
      </dsp:txXfrm>
    </dsp:sp>
    <dsp:sp modelId="{CE9DF0E8-B0DE-4E1E-9FF4-6006AD8428DB}">
      <dsp:nvSpPr>
        <dsp:cNvPr id="0" name=""/>
        <dsp:cNvSpPr/>
      </dsp:nvSpPr>
      <dsp:spPr>
        <a:xfrm>
          <a:off x="4557718" y="722785"/>
          <a:ext cx="2347732" cy="23477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4076649" y="3031472"/>
          <a:ext cx="33098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0" dirty="0">
              <a:solidFill>
                <a:schemeClr val="bg1"/>
              </a:solidFill>
            </a:rPr>
            <a:t>Redes tipo malla y comunicación</a:t>
          </a:r>
        </a:p>
      </dsp:txBody>
      <dsp:txXfrm>
        <a:off x="4076649" y="3031472"/>
        <a:ext cx="3309870" cy="720000"/>
      </dsp:txXfrm>
    </dsp:sp>
    <dsp:sp modelId="{6DB1FE51-13D0-4A38-AD6E-48D4371A1AF3}">
      <dsp:nvSpPr>
        <dsp:cNvPr id="0" name=""/>
        <dsp:cNvSpPr/>
      </dsp:nvSpPr>
      <dsp:spPr>
        <a:xfrm>
          <a:off x="8446816" y="722785"/>
          <a:ext cx="2347732" cy="23477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965747" y="3031472"/>
          <a:ext cx="33098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0" dirty="0">
              <a:solidFill>
                <a:schemeClr val="bg1"/>
              </a:solidFill>
            </a:rPr>
            <a:t>Software de control e independencia operativa</a:t>
          </a:r>
        </a:p>
      </dsp:txBody>
      <dsp:txXfrm>
        <a:off x="7965747" y="3031472"/>
        <a:ext cx="330987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o de lista de etiquetas"/>
  <dgm:desc val="Se usa para mostrar fragmentos no secuenciales o agrupados de información acompañados de elementos visuales relacionados. Funciona mejor con iconos o imágenes pequeñas con leyendas de texto breve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02/09/2023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5216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343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9722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737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8299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6556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869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02/09/2023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hyperlink" Target="mailto:ve502295@uaeh.edu.m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0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-2500" y="-28854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212" y="4426284"/>
            <a:ext cx="10993546" cy="1954037"/>
          </a:xfrm>
        </p:spPr>
        <p:txBody>
          <a:bodyPr rtlCol="0">
            <a:normAutofit/>
          </a:bodyPr>
          <a:lstStyle/>
          <a:p>
            <a:pPr algn="ctr" rtl="0">
              <a:lnSpc>
                <a:spcPct val="200000"/>
              </a:lnSpc>
            </a:pPr>
            <a:r>
              <a:rPr lang="es-ES" dirty="0">
                <a:solidFill>
                  <a:srgbClr val="7CEBFF"/>
                </a:solidFill>
              </a:rPr>
              <a:t>Alumno: Erick Renato Vega Ceron</a:t>
            </a:r>
          </a:p>
          <a:p>
            <a:pPr algn="ctr" rtl="0">
              <a:lnSpc>
                <a:spcPct val="200000"/>
              </a:lnSpc>
            </a:pPr>
            <a:r>
              <a:rPr lang="es-ES" dirty="0">
                <a:solidFill>
                  <a:srgbClr val="7CEBFF"/>
                </a:solidFill>
              </a:rPr>
              <a:t>Correo: </a:t>
            </a:r>
            <a:r>
              <a:rPr lang="es-ES" dirty="0">
                <a:solidFill>
                  <a:srgbClr val="7CEBFF"/>
                </a:solidFill>
                <a:hlinkClick r:id="rId4"/>
              </a:rPr>
              <a:t>ve502295</a:t>
            </a:r>
            <a:r>
              <a:rPr lang="es-MX" dirty="0">
                <a:solidFill>
                  <a:srgbClr val="7CEBFF"/>
                </a:solidFill>
                <a:hlinkClick r:id="rId4"/>
              </a:rPr>
              <a:t>@uaeh.edu.mx</a:t>
            </a:r>
            <a:endParaRPr lang="es-MX" dirty="0">
              <a:solidFill>
                <a:srgbClr val="7CEBFF"/>
              </a:solidFill>
            </a:endParaRPr>
          </a:p>
          <a:p>
            <a:pPr algn="ctr" rtl="0">
              <a:lnSpc>
                <a:spcPct val="200000"/>
              </a:lnSpc>
            </a:pPr>
            <a:r>
              <a:rPr lang="es-MX" dirty="0">
                <a:solidFill>
                  <a:srgbClr val="7CEBFF"/>
                </a:solidFill>
              </a:rPr>
              <a:t>Fecha de Presentación: Agosto/2023</a:t>
            </a:r>
            <a:endParaRPr lang="es-ES" dirty="0">
              <a:solidFill>
                <a:srgbClr val="7CEBFF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47FB733-07AB-486E-A8DC-851B359839AD}"/>
              </a:ext>
            </a:extLst>
          </p:cNvPr>
          <p:cNvSpPr txBox="1">
            <a:spLocks/>
          </p:cNvSpPr>
          <p:nvPr/>
        </p:nvSpPr>
        <p:spPr>
          <a:xfrm>
            <a:off x="525585" y="-476476"/>
            <a:ext cx="10993549" cy="89524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400" dirty="0">
                <a:solidFill>
                  <a:schemeClr val="bg1"/>
                </a:solidFill>
              </a:rPr>
              <a:t>Universidad Autónoma del Estado de Hidalgo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3A0D6E-69A0-464D-8E0F-B04910A3CCF2}"/>
              </a:ext>
            </a:extLst>
          </p:cNvPr>
          <p:cNvSpPr txBox="1"/>
          <p:nvPr/>
        </p:nvSpPr>
        <p:spPr>
          <a:xfrm>
            <a:off x="2701181" y="1841004"/>
            <a:ext cx="9370120" cy="1200329"/>
          </a:xfrm>
          <a:prstGeom prst="rect">
            <a:avLst/>
          </a:prstGeom>
          <a:solidFill>
            <a:schemeClr val="tx1">
              <a:alpha val="72000"/>
            </a:schemeClr>
          </a:solidFill>
          <a:effectLst>
            <a:outerShdw blurRad="50800" dist="50800" dir="5400000" algn="ctr" rotWithShape="0">
              <a:srgbClr val="000000">
                <a:alpha val="50196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rgbClr val="7CEBFF"/>
                </a:solidFill>
              </a:rPr>
              <a:t>Alacena inteligente sobre plataforma modular de automatización doméstica “</a:t>
            </a:r>
            <a:r>
              <a:rPr lang="es-ES" sz="3600" dirty="0" err="1">
                <a:solidFill>
                  <a:srgbClr val="7CEBFF"/>
                </a:solidFill>
              </a:rPr>
              <a:t>Xantli</a:t>
            </a:r>
            <a:r>
              <a:rPr lang="es-ES" sz="3600" dirty="0">
                <a:solidFill>
                  <a:srgbClr val="7CEBFF"/>
                </a:solidFill>
              </a:rPr>
              <a:t>”</a:t>
            </a:r>
            <a:endParaRPr lang="es-MX" sz="3600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5C64C72-8388-4161-9CAC-C4928CE0AE54}"/>
              </a:ext>
            </a:extLst>
          </p:cNvPr>
          <p:cNvSpPr txBox="1">
            <a:spLocks/>
          </p:cNvSpPr>
          <p:nvPr/>
        </p:nvSpPr>
        <p:spPr>
          <a:xfrm>
            <a:off x="525585" y="52851"/>
            <a:ext cx="10993549" cy="89524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s-ES" sz="2000" dirty="0">
              <a:solidFill>
                <a:schemeClr val="bg1"/>
              </a:solidFill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23BEC374-599F-4825-BC09-92D01955AB4B}"/>
              </a:ext>
            </a:extLst>
          </p:cNvPr>
          <p:cNvSpPr txBox="1">
            <a:spLocks/>
          </p:cNvSpPr>
          <p:nvPr/>
        </p:nvSpPr>
        <p:spPr>
          <a:xfrm>
            <a:off x="446533" y="447621"/>
            <a:ext cx="11298933" cy="1062843"/>
          </a:xfrm>
          <a:prstGeom prst="rect">
            <a:avLst/>
          </a:prstGeom>
          <a:solidFill>
            <a:srgbClr val="000000">
              <a:alpha val="47059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000" dirty="0">
                <a:solidFill>
                  <a:schemeClr val="bg1"/>
                </a:solidFill>
              </a:rPr>
              <a:t>Área académica de Computación y electrónica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Maestría en Internet de las Cosas</a:t>
            </a:r>
          </a:p>
          <a:p>
            <a:pPr algn="ctr"/>
            <a:r>
              <a:rPr lang="es-ES" sz="1800" dirty="0">
                <a:solidFill>
                  <a:schemeClr val="bg1"/>
                </a:solidFill>
              </a:rPr>
              <a:t>Materia: Redes de Comunicación</a:t>
            </a:r>
          </a:p>
        </p:txBody>
      </p:sp>
      <p:pic>
        <p:nvPicPr>
          <p:cNvPr id="1032" name="Picture 8" descr="Getsemanny">
            <a:extLst>
              <a:ext uri="{FF2B5EF4-FFF2-40B4-BE49-F238E27FC236}">
                <a16:creationId xmlns:a16="http://schemas.microsoft.com/office/drawing/2014/main" id="{14EDAFC5-42AE-4647-BA06-E30672BB9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282" b="94819" l="4430" r="92405">
                        <a14:foregroundMark x1="36709" y1="16062" x2="17511" y2="75130"/>
                        <a14:foregroundMark x1="17511" y1="75130" x2="89241" y2="90155"/>
                        <a14:foregroundMark x1="89241" y1="90155" x2="87764" y2="27461"/>
                        <a14:foregroundMark x1="87764" y1="27461" x2="31435" y2="12608"/>
                        <a14:foregroundMark x1="13713" y1="18826" x2="10127" y2="35579"/>
                        <a14:foregroundMark x1="8439" y1="25734" x2="5274" y2="21071"/>
                        <a14:foregroundMark x1="89451" y1="43005" x2="88819" y2="53886"/>
                        <a14:foregroundMark x1="89241" y1="54750" x2="92616" y2="45423"/>
                        <a14:foregroundMark x1="88819" y1="28497" x2="91983" y2="22280"/>
                        <a14:foregroundMark x1="56540" y1="6908" x2="60338" y2="3454"/>
                        <a14:foregroundMark x1="49156" y1="91019" x2="50633" y2="94991"/>
                        <a14:foregroundMark x1="80169" y1="80656" x2="92405" y2="80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64" y="-39624"/>
            <a:ext cx="1057977" cy="1292339"/>
          </a:xfrm>
          <a:prstGeom prst="rect">
            <a:avLst/>
          </a:prstGeom>
          <a:noFill/>
          <a:effectLst>
            <a:outerShdw blurRad="76200" dist="12700" dir="13500000" sx="103000" sy="103000" kx="1200000" algn="br" rotWithShape="0">
              <a:schemeClr val="accent1">
                <a:lumMod val="75000"/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AAC4F1C-45A0-42B2-BB27-D9A6B869E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99" y="1643894"/>
            <a:ext cx="2334768" cy="2334768"/>
          </a:xfrm>
          <a:prstGeom prst="rect">
            <a:avLst/>
          </a:prstGeom>
        </p:spPr>
      </p:pic>
      <p:pic>
        <p:nvPicPr>
          <p:cNvPr id="2050" name="Picture 2" descr="alacena casera inteligente con sensores y con comida en su interior">
            <a:extLst>
              <a:ext uri="{FF2B5EF4-FFF2-40B4-BE49-F238E27FC236}">
                <a16:creationId xmlns:a16="http://schemas.microsoft.com/office/drawing/2014/main" id="{8AABBFA2-E89B-44F1-8A66-F2F863AF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761" y="4426284"/>
            <a:ext cx="1954037" cy="195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3" y="107049"/>
            <a:ext cx="11494602" cy="540651"/>
          </a:xfrm>
          <a:solidFill>
            <a:schemeClr val="tx1">
              <a:lumMod val="95000"/>
              <a:lumOff val="5000"/>
            </a:schemeClr>
          </a:solidFill>
        </p:spPr>
        <p:txBody>
          <a:bodyPr rtlCol="0" anchor="ctr">
            <a:no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Contexto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49F7A83-8077-4733-AAEF-F3C47B90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8" y="752722"/>
            <a:ext cx="9526030" cy="6103251"/>
          </a:xfrm>
          <a:solidFill>
            <a:srgbClr val="132648">
              <a:alpha val="50196"/>
            </a:srgbClr>
          </a:solidFill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La domótica basada en </a:t>
            </a:r>
            <a:r>
              <a:rPr lang="es-MX" sz="1100" b="0" i="0" dirty="0" err="1">
                <a:solidFill>
                  <a:schemeClr val="bg1"/>
                </a:solidFill>
                <a:effectLst/>
              </a:rPr>
              <a:t>IoT</a:t>
            </a:r>
            <a:r>
              <a:rPr lang="es-MX" sz="1100" b="0" i="0" dirty="0">
                <a:solidFill>
                  <a:schemeClr val="bg1"/>
                </a:solidFill>
                <a:effectLst/>
              </a:rPr>
              <a:t> es el uso de dispositivos inteligentes conectados a internet para automatizar y mejorar el hogar.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Los beneficios de la domótica son: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Mejorar la calidad de vida, el confort, la seguridad, el ahorro energético y la experiencia del cliente.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Controlar y monitorear el hogar desde cualquier lugar y en cualquier momento.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Aprovechar los servicios y las aplicaciones en la nube para acceder a información y entretenimiento.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Los desafíos de la domótica son: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La falta de estandarización y compatibilidad entre los diferentes dispositivos y plataformas de </a:t>
            </a:r>
            <a:r>
              <a:rPr lang="es-MX" sz="1100" b="0" i="0" dirty="0" err="1">
                <a:solidFill>
                  <a:schemeClr val="bg1"/>
                </a:solidFill>
                <a:effectLst/>
              </a:rPr>
              <a:t>IoT</a:t>
            </a:r>
            <a:r>
              <a:rPr lang="es-MX" sz="1100" b="0" i="0" dirty="0">
                <a:solidFill>
                  <a:schemeClr val="bg1"/>
                </a:solidFill>
                <a:effectLst/>
              </a:rPr>
              <a:t>, lo que dificulta su integración y funcionamiento óptimo.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La complejidad de la instalación y el uso de los sistemas domóticos, que requieren de conocimientos técnicos y asistencia profesional para su correcto funcionamiento.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El costo elevado de algunos dispositivos y servicios de </a:t>
            </a:r>
            <a:r>
              <a:rPr lang="es-MX" sz="1100" b="0" i="0" dirty="0" err="1">
                <a:solidFill>
                  <a:schemeClr val="bg1"/>
                </a:solidFill>
                <a:effectLst/>
              </a:rPr>
              <a:t>IoT</a:t>
            </a:r>
            <a:r>
              <a:rPr lang="es-MX" sz="1100" b="0" i="0" dirty="0">
                <a:solidFill>
                  <a:schemeClr val="bg1"/>
                </a:solidFill>
                <a:effectLst/>
              </a:rPr>
              <a:t>, que limita su accesibilidad y adopción por parte de los consumidores.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La vulnerabilidad a los ataques cibernéticos y la falta de privacidad y seguridad de los datos generados por los dispositivos conectados a internet.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Una alacena inteligente es un ejemplo de dispositivo domótico que utiliza la tecnología para almacenar, organizar y gestionar los alimentos y otros productos que se guardan en él. Sus funciones son: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Controlar la temperatura, la humedad y la iluminación de cada compartimento para conservar mejor los alimentos.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Detectar el nivel de existencias de cada producto y avisar al usuario cuando se agoten o caduquen.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Sugerir recetas o menús en función de los alimentos disponibles y las preferencias del usuario.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b="0" i="0" dirty="0">
                <a:solidFill>
                  <a:schemeClr val="bg1"/>
                </a:solidFill>
                <a:effectLst/>
              </a:rPr>
              <a:t>Conectarse con otros dispositivos inteligentes, como el refrigerador, el horno o el teléfono móvil, para sincronizar la información y facilitar la compra y la preparación de los alimentos.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100" dirty="0">
                <a:solidFill>
                  <a:schemeClr val="bg1"/>
                </a:solidFill>
              </a:rPr>
              <a:t>Mejorar la nutrición y alimentación saludable de las personas</a:t>
            </a:r>
            <a:endParaRPr lang="es-MX" sz="1100" b="0" i="0" dirty="0">
              <a:solidFill>
                <a:schemeClr val="bg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050" b="0" i="0" dirty="0">
              <a:solidFill>
                <a:schemeClr val="bg1"/>
              </a:solidFill>
              <a:effectLst/>
              <a:latin typeface="-apple-system"/>
            </a:endParaRPr>
          </a:p>
          <a:p>
            <a:endParaRPr lang="es-MX" sz="1050" b="0" i="0" dirty="0">
              <a:solidFill>
                <a:schemeClr val="bg1"/>
              </a:solidFill>
              <a:effectLst/>
              <a:latin typeface="Red Hat Text"/>
            </a:endParaRPr>
          </a:p>
        </p:txBody>
      </p:sp>
      <p:pic>
        <p:nvPicPr>
          <p:cNvPr id="9218" name="Picture 2" descr="DOMÓTICA: ¿Por qué es tan útil para nuestro hogar?">
            <a:extLst>
              <a:ext uri="{FF2B5EF4-FFF2-40B4-BE49-F238E27FC236}">
                <a16:creationId xmlns:a16="http://schemas.microsoft.com/office/drawing/2014/main" id="{DEF44E6B-BD4A-450F-87AC-DEFEA89B7C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8" t="4627" r="4113" b="4627"/>
          <a:stretch/>
        </p:blipFill>
        <p:spPr bwMode="auto">
          <a:xfrm>
            <a:off x="9618862" y="1885950"/>
            <a:ext cx="2420737" cy="261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82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3" y="107049"/>
            <a:ext cx="11494602" cy="540651"/>
          </a:xfrm>
          <a:solidFill>
            <a:schemeClr val="tx1">
              <a:lumMod val="95000"/>
              <a:lumOff val="5000"/>
            </a:schemeClr>
          </a:solidFill>
        </p:spPr>
        <p:txBody>
          <a:bodyPr rtlCol="0" anchor="ctr">
            <a:no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Contexto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49F7A83-8077-4733-AAEF-F3C47B90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8" y="752722"/>
            <a:ext cx="8593095" cy="6103251"/>
          </a:xfrm>
          <a:solidFill>
            <a:srgbClr val="132648">
              <a:alpha val="50196"/>
            </a:srgbClr>
          </a:solidFill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Una alacena inteligente es un tipo de mueble o armario que utiliza la tecnología para almacenar, organizar y gestionar los alimentos y otros productos que se guardan en él. Una alacena inteligente puede tener diferentes funciones, como controlar la temperatura, la humedad y la iluminación de cada compartimento, detectar el nivel de existencias de cada producto, sugerir recetas o menús, y conectarse con otros dispositivos inteligentes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Una alacena inteligente es un tipo de mueble o armario que utiliza la tecnología de Internet de las Cosas (</a:t>
            </a:r>
            <a:r>
              <a:rPr lang="es-MX" sz="1200" b="0" i="0" dirty="0" err="1">
                <a:solidFill>
                  <a:schemeClr val="bg1"/>
                </a:solidFill>
                <a:effectLst/>
              </a:rPr>
              <a:t>IoT</a:t>
            </a:r>
            <a:r>
              <a:rPr lang="es-MX" sz="1200" b="0" i="0" dirty="0">
                <a:solidFill>
                  <a:schemeClr val="bg1"/>
                </a:solidFill>
                <a:effectLst/>
              </a:rPr>
              <a:t>) para almacenar, organizar y gestionar los alimentos y otros productos que se guardan en él.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Una alacena inteligente puede tener diferentes funciones,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Controlar la temperatura, la humedad y la iluminación de cada compartimento para conservar mejor los alimentos.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Detectar el nivel de existencias de cada producto y avisar al usuario cuando se agoten o caduquen.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Sugerir recetas o menús en función de los alimentos disponibles y las preferencias del usuario.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Conectarse con otros dispositivos inteligentes, como el refrigerador, el horno o el teléfono móvil, para sincronizar la información y facilitar la compra y la preparación de los alimentos.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Una alacena inteligente puede usar el aprendizaje automático (machine </a:t>
            </a:r>
            <a:r>
              <a:rPr lang="es-MX" sz="1200" b="0" i="0" dirty="0" err="1">
                <a:solidFill>
                  <a:schemeClr val="bg1"/>
                </a:solidFill>
                <a:effectLst/>
              </a:rPr>
              <a:t>learning</a:t>
            </a:r>
            <a:r>
              <a:rPr lang="es-MX" sz="1200" b="0" i="0" dirty="0">
                <a:solidFill>
                  <a:schemeClr val="bg1"/>
                </a:solidFill>
                <a:effectLst/>
              </a:rPr>
              <a:t>) para mejorar su funcionamiento y ofrecer una mejor experiencia al usuario. Por ejemplo, puede: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Aprender de los hábitos y gustos del usuario para personalizar sus sugerencias y alertas.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Analizar los datos recogidos por los sensores para optimizar el consumo energético y el aprovechamiento de los alimentos.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bg1"/>
                </a:solidFill>
                <a:effectLst/>
              </a:rPr>
              <a:t>Detectar anomalías o fallos en el sistema y enviar notificaciones o solicitar asistencia técnica.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2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2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endParaRPr lang="es-MX" sz="1200" b="0" i="0" dirty="0">
              <a:solidFill>
                <a:schemeClr val="bg1"/>
              </a:solidFill>
              <a:effectLst/>
              <a:latin typeface="Red Hat Text"/>
            </a:endParaRPr>
          </a:p>
        </p:txBody>
      </p:sp>
      <p:pic>
        <p:nvPicPr>
          <p:cNvPr id="1026" name="Picture 2" descr="alacena casera inteligente con sensores y con comida en su interior">
            <a:extLst>
              <a:ext uri="{FF2B5EF4-FFF2-40B4-BE49-F238E27FC236}">
                <a16:creationId xmlns:a16="http://schemas.microsoft.com/office/drawing/2014/main" id="{05C12A5A-A0BA-4B8D-89BB-1EDBA688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219" y="1445740"/>
            <a:ext cx="3342503" cy="334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007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9" y="457190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Problemáticas a resolver</a:t>
            </a:r>
          </a:p>
        </p:txBody>
      </p:sp>
      <p:graphicFrame>
        <p:nvGraphicFramePr>
          <p:cNvPr id="6" name="Marcador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801935"/>
              </p:ext>
            </p:extLst>
          </p:nvPr>
        </p:nvGraphicFramePr>
        <p:xfrm>
          <a:off x="438047" y="1379220"/>
          <a:ext cx="7503665" cy="5021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Gráfico 3" descr="Red con relleno sólido">
            <a:extLst>
              <a:ext uri="{FF2B5EF4-FFF2-40B4-BE49-F238E27FC236}">
                <a16:creationId xmlns:a16="http://schemas.microsoft.com/office/drawing/2014/main" id="{DA530F6B-4149-4697-820B-5BBB514347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104" y="1554440"/>
            <a:ext cx="914400" cy="914400"/>
          </a:xfrm>
          <a:prstGeom prst="rect">
            <a:avLst/>
          </a:prstGeom>
        </p:spPr>
      </p:pic>
      <p:pic>
        <p:nvPicPr>
          <p:cNvPr id="7" name="Gráfico 6" descr="Engranajes con relleno sólido">
            <a:extLst>
              <a:ext uri="{FF2B5EF4-FFF2-40B4-BE49-F238E27FC236}">
                <a16:creationId xmlns:a16="http://schemas.microsoft.com/office/drawing/2014/main" id="{9752F732-F218-49F8-AA32-E17B701D6D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0304" y="2479098"/>
            <a:ext cx="914400" cy="914400"/>
          </a:xfrm>
          <a:prstGeom prst="rect">
            <a:avLst/>
          </a:prstGeom>
        </p:spPr>
      </p:pic>
      <p:pic>
        <p:nvPicPr>
          <p:cNvPr id="10" name="Gráfico 9" descr="Investigación con relleno sólido">
            <a:extLst>
              <a:ext uri="{FF2B5EF4-FFF2-40B4-BE49-F238E27FC236}">
                <a16:creationId xmlns:a16="http://schemas.microsoft.com/office/drawing/2014/main" id="{DFBF50D7-5CD4-4D12-BA1E-E15BC94A97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3827" y="4395741"/>
            <a:ext cx="914400" cy="914400"/>
          </a:xfrm>
          <a:prstGeom prst="rect">
            <a:avLst/>
          </a:prstGeom>
        </p:spPr>
      </p:pic>
      <p:pic>
        <p:nvPicPr>
          <p:cNvPr id="12" name="Gráfico 11" descr="Diana con relleno sólido">
            <a:extLst>
              <a:ext uri="{FF2B5EF4-FFF2-40B4-BE49-F238E27FC236}">
                <a16:creationId xmlns:a16="http://schemas.microsoft.com/office/drawing/2014/main" id="{0C9859D1-1C42-4069-A3E1-90A4881874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5780" y="5149674"/>
            <a:ext cx="914400" cy="914400"/>
          </a:xfrm>
          <a:prstGeom prst="rect">
            <a:avLst/>
          </a:prstGeom>
        </p:spPr>
      </p:pic>
      <p:pic>
        <p:nvPicPr>
          <p:cNvPr id="5" name="Gráfico 4" descr="Cuchillo y tenedor con relleno sólido">
            <a:extLst>
              <a:ext uri="{FF2B5EF4-FFF2-40B4-BE49-F238E27FC236}">
                <a16:creationId xmlns:a16="http://schemas.microsoft.com/office/drawing/2014/main" id="{F53C0CFB-33EB-4B7B-9512-CF3368D37C4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4300" y="3566811"/>
            <a:ext cx="646398" cy="64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3" y="107049"/>
            <a:ext cx="11494602" cy="540651"/>
          </a:xfrm>
          <a:solidFill>
            <a:schemeClr val="tx1">
              <a:lumMod val="95000"/>
              <a:lumOff val="5000"/>
            </a:schemeClr>
          </a:solidFill>
        </p:spPr>
        <p:txBody>
          <a:bodyPr rtlCol="0" anchor="ctr">
            <a:no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Diseño y desarrollo de una plataforma Inferencial de </a:t>
            </a:r>
            <a:r>
              <a:rPr lang="es-MX" sz="2400" dirty="0" err="1">
                <a:solidFill>
                  <a:schemeClr val="bg1"/>
                </a:solidFill>
              </a:rPr>
              <a:t>IoT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49F7A83-8077-4733-AAEF-F3C47B90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981075"/>
            <a:ext cx="8766694" cy="5695949"/>
          </a:xfrm>
          <a:solidFill>
            <a:srgbClr val="132648">
              <a:alpha val="50196"/>
            </a:srgbClr>
          </a:solidFill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sz="2000" b="0" i="0" dirty="0">
                <a:solidFill>
                  <a:schemeClr val="bg1"/>
                </a:solidFill>
                <a:effectLst/>
                <a:latin typeface="-apple-system"/>
              </a:rPr>
              <a:t>Los principales aspectos de la solución son: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Uso de inferencia y aprendizaje máquina para simplificar la entrada de usuario y procesar comandos complejos.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Configuración simple y detección de dispositivos externos basados en redes PAN (Personal Area Network).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Plataforma abierta que permite integrar cualquier dispositivo, con ventajas de hardware para los dispositivos del ecosistema.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Desarrollo de hardware eficiente, adaptable, </a:t>
            </a:r>
            <a:r>
              <a:rPr lang="es-MX" sz="1800" b="0" i="0" dirty="0" err="1">
                <a:solidFill>
                  <a:schemeClr val="bg1"/>
                </a:solidFill>
                <a:effectLst/>
                <a:latin typeface="-apple-system"/>
              </a:rPr>
              <a:t>autogestivo</a:t>
            </a: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 y de fácil reparación o reemplazo.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Red de malla híbrida que mejora la fiabilidad, redundancia, escalabilidad y alcance de la solución.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Cada dispositivo es un nodo repetidor y cumple su función principal, como </a:t>
            </a:r>
            <a:r>
              <a:rPr lang="es-MX" sz="1800" b="0" i="0" dirty="0" err="1">
                <a:solidFill>
                  <a:schemeClr val="bg1"/>
                </a:solidFill>
                <a:effectLst/>
                <a:latin typeface="-apple-system"/>
              </a:rPr>
              <a:t>sensar</a:t>
            </a: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, controlar o actuar.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Cada nodo </a:t>
            </a:r>
            <a:r>
              <a:rPr lang="es-MX" sz="1800" b="0" i="0" dirty="0" err="1">
                <a:solidFill>
                  <a:schemeClr val="bg1"/>
                </a:solidFill>
                <a:effectLst/>
                <a:latin typeface="-apple-system"/>
              </a:rPr>
              <a:t>sensa</a:t>
            </a: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 su dominio físico, empaqueta, comprime y envía los datos a un Gateway local.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b="0" i="0" dirty="0">
                <a:solidFill>
                  <a:schemeClr val="bg1"/>
                </a:solidFill>
                <a:effectLst/>
                <a:latin typeface="-apple-system"/>
              </a:rPr>
              <a:t>Cada nodo tiene un diseño simple y eficiente, que facilita su instalación y mantenimiento, y puede obtener energía renovable si es posible.</a:t>
            </a:r>
          </a:p>
          <a:p>
            <a:endParaRPr lang="es-MX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23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tx1">
              <a:lumMod val="95000"/>
              <a:lumOff val="5000"/>
            </a:schemeClr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algn="ctr" rtl="0"/>
            <a:r>
              <a:rPr lang="es-ES" dirty="0">
                <a:solidFill>
                  <a:srgbClr val="FFFEFF"/>
                </a:solidFill>
              </a:rPr>
              <a:t>Ejes Principales</a:t>
            </a:r>
          </a:p>
        </p:txBody>
      </p:sp>
      <p:graphicFrame>
        <p:nvGraphicFramePr>
          <p:cNvPr id="4" name="Marcador de contenido 3" descr="Gráfico de SmartArt, icono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313278"/>
              </p:ext>
            </p:extLst>
          </p:nvPr>
        </p:nvGraphicFramePr>
        <p:xfrm>
          <a:off x="502169" y="667716"/>
          <a:ext cx="11463170" cy="447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Hardware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5CE6D5E9-94A2-4782-8676-F3F4B2F7B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6860" y="1924051"/>
            <a:ext cx="6553199" cy="4720590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Basado en componentes con alta disponibilidad y a bajo costo</a:t>
            </a:r>
          </a:p>
          <a:p>
            <a:r>
              <a:rPr lang="es-MX" dirty="0"/>
              <a:t>Enfocado en adaptarse a actuadores ya existentes </a:t>
            </a:r>
          </a:p>
          <a:p>
            <a:r>
              <a:rPr lang="es-MX" dirty="0"/>
              <a:t>Altamente eficientes en consumo energético y ancho de banda</a:t>
            </a:r>
          </a:p>
          <a:p>
            <a:r>
              <a:rPr lang="es-MX" dirty="0"/>
              <a:t>Capacidad de conectarse y reconectarse facilmente, detectar problemas y corregirlos o informarlos (desatendido)</a:t>
            </a:r>
          </a:p>
          <a:p>
            <a:r>
              <a:rPr lang="es-MX" dirty="0"/>
              <a:t>Triple función para maximizar utilidad y eficiencia</a:t>
            </a:r>
          </a:p>
          <a:p>
            <a:pPr lvl="1"/>
            <a:r>
              <a:rPr lang="es-MX" dirty="0"/>
              <a:t>Dispositivo nodo de red (repetidor y punto de conexión para dispositivos cercanos)</a:t>
            </a:r>
          </a:p>
          <a:p>
            <a:pPr lvl="1"/>
            <a:r>
              <a:rPr lang="es-MX" dirty="0"/>
              <a:t>Grupo de sensores (presencia, sonido, iluminación, temperatura, humedad, </a:t>
            </a:r>
            <a:r>
              <a:rPr lang="es-MX" dirty="0" err="1"/>
              <a:t>etc</a:t>
            </a:r>
            <a:r>
              <a:rPr lang="es-MX" dirty="0"/>
              <a:t>)</a:t>
            </a:r>
          </a:p>
          <a:p>
            <a:pPr lvl="1"/>
            <a:r>
              <a:rPr lang="es-MX" dirty="0"/>
              <a:t>Actuador (opcional)</a:t>
            </a:r>
          </a:p>
          <a:p>
            <a:r>
              <a:rPr lang="es-MX" dirty="0"/>
              <a:t>Optimización de placas para maximizar resistencia y minimizar tamaño</a:t>
            </a:r>
          </a:p>
          <a:p>
            <a:r>
              <a:rPr lang="es-MX" dirty="0"/>
              <a:t>Uso de ESP32 y ESP8266 para optimizar uso en </a:t>
            </a:r>
            <a:r>
              <a:rPr lang="es-MX" dirty="0" err="1"/>
              <a:t>IoT</a:t>
            </a:r>
            <a:endParaRPr lang="es-MX" dirty="0"/>
          </a:p>
          <a:p>
            <a:r>
              <a:rPr lang="es-MX" dirty="0"/>
              <a:t>Optimización de circuito para uso de funciones capacitivas de Esp32</a:t>
            </a:r>
          </a:p>
          <a:p>
            <a:r>
              <a:rPr lang="es-MX" dirty="0"/>
              <a:t>La experiencia de usuario deberá simplificar la interacción, muestra de datos, reportes y ejecución de rutinas o acciones en al menos</a:t>
            </a:r>
          </a:p>
          <a:p>
            <a:pPr lvl="1"/>
            <a:r>
              <a:rPr lang="es-MX" dirty="0"/>
              <a:t>Plataforma móvil (Nativa o Web)</a:t>
            </a:r>
          </a:p>
          <a:p>
            <a:pPr lvl="1"/>
            <a:r>
              <a:rPr lang="es-MX" dirty="0"/>
              <a:t>Centro de control táctil, comandos de voz y gestos</a:t>
            </a:r>
          </a:p>
        </p:txBody>
      </p:sp>
      <p:pic>
        <p:nvPicPr>
          <p:cNvPr id="5124" name="Picture 4" descr="Relay Auto domestica PCBA IoT Control Monitoraggio Utilizzare Arduino Code Development Board ...">
            <a:extLst>
              <a:ext uri="{FF2B5EF4-FFF2-40B4-BE49-F238E27FC236}">
                <a16:creationId xmlns:a16="http://schemas.microsoft.com/office/drawing/2014/main" id="{96DF15B7-BE22-4214-9F26-91687569FF1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59" y="2369821"/>
            <a:ext cx="4841064" cy="348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ómo proteger el Internet de las Cosas en un hogar inteligente">
            <a:extLst>
              <a:ext uri="{FF2B5EF4-FFF2-40B4-BE49-F238E27FC236}">
                <a16:creationId xmlns:a16="http://schemas.microsoft.com/office/drawing/2014/main" id="{B452A3E0-43DE-490B-829D-E18D1C1BB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726" y="-21974"/>
            <a:ext cx="3185160" cy="117950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Redes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5CE6D5E9-94A2-4782-8676-F3F4B2F7B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63" y="1983061"/>
            <a:ext cx="5478143" cy="4307161"/>
          </a:xfrm>
        </p:spPr>
        <p:txBody>
          <a:bodyPr>
            <a:normAutofit fontScale="85000" lnSpcReduction="10000"/>
          </a:bodyPr>
          <a:lstStyle/>
          <a:p>
            <a:r>
              <a:rPr lang="es-MX" dirty="0"/>
              <a:t>Cifrado y seguridad robusto, acorde a entornos domésticos con información sensible</a:t>
            </a:r>
          </a:p>
          <a:p>
            <a:r>
              <a:rPr lang="es-MX" dirty="0"/>
              <a:t>Identificación fácil mediante “</a:t>
            </a:r>
            <a:r>
              <a:rPr lang="es-MX" dirty="0" err="1"/>
              <a:t>beacons</a:t>
            </a:r>
            <a:r>
              <a:rPr lang="es-MX" dirty="0"/>
              <a:t>”</a:t>
            </a:r>
          </a:p>
          <a:p>
            <a:r>
              <a:rPr lang="es-MX" dirty="0"/>
              <a:t>Optimización de uso de espectro electromagnético (cambiar entre redes dependiendo la función en proceso)</a:t>
            </a:r>
          </a:p>
          <a:p>
            <a:r>
              <a:rPr lang="es-MX" dirty="0"/>
              <a:t>Optimización de la red de malla para mejorar condiciones de recepción, enrutamiento y redundancia</a:t>
            </a:r>
          </a:p>
          <a:p>
            <a:r>
              <a:rPr lang="es-MX" dirty="0"/>
              <a:t>Capacidad de geolocalización con y sin GPS</a:t>
            </a:r>
          </a:p>
          <a:p>
            <a:r>
              <a:rPr lang="es-MX" dirty="0"/>
              <a:t>Sin necesidad de internet para operación local e inferencias simples</a:t>
            </a:r>
          </a:p>
          <a:p>
            <a:r>
              <a:rPr lang="es-MX" dirty="0"/>
              <a:t>Fomentar la cooperación y uso de redes vecinas para reducir la interferencia y mejorar la cobertura.</a:t>
            </a:r>
          </a:p>
          <a:p>
            <a:r>
              <a:rPr lang="es-MX" dirty="0"/>
              <a:t>Aislar los contextos específicos de red colectiva para garantizar privacidad y compartir recursos con base en políticas</a:t>
            </a:r>
          </a:p>
          <a:p>
            <a:endParaRPr lang="es-MX" dirty="0"/>
          </a:p>
        </p:txBody>
      </p:sp>
      <p:sp>
        <p:nvSpPr>
          <p:cNvPr id="10" name="Marcador de contenido 8">
            <a:extLst>
              <a:ext uri="{FF2B5EF4-FFF2-40B4-BE49-F238E27FC236}">
                <a16:creationId xmlns:a16="http://schemas.microsoft.com/office/drawing/2014/main" id="{CBB23711-D7E9-4DD5-BA0F-4181FB695BF9}"/>
              </a:ext>
            </a:extLst>
          </p:cNvPr>
          <p:cNvSpPr txBox="1">
            <a:spLocks/>
          </p:cNvSpPr>
          <p:nvPr/>
        </p:nvSpPr>
        <p:spPr>
          <a:xfrm>
            <a:off x="6653694" y="2173561"/>
            <a:ext cx="5478143" cy="4116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Cada nodo puede emitir y recibir datos de la web, o transportarlos al siguiente nodo</a:t>
            </a:r>
          </a:p>
          <a:p>
            <a:r>
              <a:rPr lang="es-MX" dirty="0"/>
              <a:t>Fiabilidad, seguridad y escalabilidad, perfecto para </a:t>
            </a:r>
            <a:r>
              <a:rPr lang="es-MX" dirty="0" err="1"/>
              <a:t>IoT</a:t>
            </a:r>
            <a:endParaRPr lang="es-MX" dirty="0"/>
          </a:p>
          <a:p>
            <a:r>
              <a:rPr lang="es-MX" dirty="0"/>
              <a:t>Protocolos estandarizados y de código libre de preferencia</a:t>
            </a:r>
          </a:p>
          <a:p>
            <a:r>
              <a:rPr lang="es-MX" dirty="0"/>
              <a:t>Alternancia entre protocolos dependiendo el contexto y los requisitos de procesamiento, distancia o transporte</a:t>
            </a:r>
          </a:p>
          <a:p>
            <a:r>
              <a:rPr lang="es-MX" dirty="0"/>
              <a:t>Priorizar uso de bandas de frecuencia no reguladas/libres</a:t>
            </a:r>
          </a:p>
          <a:p>
            <a:r>
              <a:rPr lang="es-MX" dirty="0"/>
              <a:t>Minimizar/eliminar el uso de frecuencias reguladas o concesionadas para reducir costes y garantizar mantenibilidad</a:t>
            </a:r>
          </a:p>
          <a:p>
            <a:r>
              <a:rPr lang="es-MX" dirty="0"/>
              <a:t>Maximizar el alcance/cobertura 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1884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Software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5CE6D5E9-94A2-4782-8676-F3F4B2F7B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1320" y="2011680"/>
            <a:ext cx="8541681" cy="4389120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Orientado a objetos</a:t>
            </a:r>
          </a:p>
          <a:p>
            <a:r>
              <a:rPr lang="es-MX" dirty="0"/>
              <a:t>Portable</a:t>
            </a:r>
          </a:p>
          <a:p>
            <a:r>
              <a:rPr lang="es-MX" dirty="0"/>
              <a:t>Compatible con distintos SO</a:t>
            </a:r>
          </a:p>
          <a:p>
            <a:r>
              <a:rPr lang="es-MX" dirty="0"/>
              <a:t>Implementación de patrones de diseño para mejorar la mantenibilidad y escalamiento</a:t>
            </a:r>
          </a:p>
          <a:p>
            <a:r>
              <a:rPr lang="es-MX" dirty="0"/>
              <a:t>API abierta para maximizar compatibilidad y escalamiento</a:t>
            </a:r>
          </a:p>
          <a:p>
            <a:r>
              <a:rPr lang="es-MX" dirty="0"/>
              <a:t>Base de datos centralizada</a:t>
            </a:r>
          </a:p>
          <a:p>
            <a:r>
              <a:rPr lang="es-MX" dirty="0"/>
              <a:t>Preferencia por alternativas de código libre</a:t>
            </a:r>
          </a:p>
          <a:p>
            <a:r>
              <a:rPr lang="es-MX" dirty="0"/>
              <a:t>Minimizar uso de bibliotecas innecesarias, maximizar uso de API abiertas</a:t>
            </a:r>
          </a:p>
          <a:p>
            <a:r>
              <a:rPr lang="es-MX" dirty="0"/>
              <a:t>Actualizaciones OTA (</a:t>
            </a:r>
            <a:r>
              <a:rPr lang="es-MX" dirty="0" err="1"/>
              <a:t>Over</a:t>
            </a:r>
            <a:r>
              <a:rPr lang="es-MX" dirty="0"/>
              <a:t> the Air)</a:t>
            </a:r>
          </a:p>
          <a:p>
            <a:r>
              <a:rPr lang="es-MX" dirty="0"/>
              <a:t>Modular por componentes</a:t>
            </a:r>
          </a:p>
          <a:p>
            <a:r>
              <a:rPr lang="es-MX" dirty="0"/>
              <a:t>Uso de computación inferencial para optimizar comportamiento y auto gestión</a:t>
            </a:r>
          </a:p>
          <a:p>
            <a:r>
              <a:rPr lang="es-MX" dirty="0"/>
              <a:t>Uso de RTOS</a:t>
            </a:r>
          </a:p>
          <a:p>
            <a:r>
              <a:rPr lang="es-MX" dirty="0"/>
              <a:t>Uso de modos de ahorro de energía extremo (</a:t>
            </a:r>
            <a:r>
              <a:rPr lang="es-MX" dirty="0" err="1"/>
              <a:t>sleep</a:t>
            </a:r>
            <a:r>
              <a:rPr lang="es-MX" dirty="0"/>
              <a:t> </a:t>
            </a:r>
            <a:r>
              <a:rPr lang="es-MX" dirty="0" err="1"/>
              <a:t>modes</a:t>
            </a:r>
            <a:r>
              <a:rPr lang="es-MX" dirty="0"/>
              <a:t>) cuando la periodicidad de </a:t>
            </a:r>
            <a:r>
              <a:rPr lang="es-MX" dirty="0" err="1"/>
              <a:t>sensado</a:t>
            </a:r>
            <a:r>
              <a:rPr lang="es-MX" dirty="0"/>
              <a:t> no necesite ser constante</a:t>
            </a:r>
          </a:p>
        </p:txBody>
      </p:sp>
      <p:pic>
        <p:nvPicPr>
          <p:cNvPr id="6" name="Marcador de contenido 5" descr="Fondo abstracto de red oscura">
            <a:extLst>
              <a:ext uri="{FF2B5EF4-FFF2-40B4-BE49-F238E27FC236}">
                <a16:creationId xmlns:a16="http://schemas.microsoft.com/office/drawing/2014/main" id="{467C489E-F923-4402-B837-4D8DC18533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76225" y="2183686"/>
            <a:ext cx="2428875" cy="3402656"/>
          </a:xfrm>
        </p:spPr>
      </p:pic>
    </p:spTree>
    <p:extLst>
      <p:ext uri="{BB962C8B-B14F-4D97-AF65-F5344CB8AC3E}">
        <p14:creationId xmlns:p14="http://schemas.microsoft.com/office/powerpoint/2010/main" val="342732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3C552-F828-4609-9EF2-6672A97B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76530-40A8-457D-A801-2E873C8AB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3433" y="1927860"/>
            <a:ext cx="7503628" cy="4808219"/>
          </a:xfrm>
        </p:spPr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Node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-RED: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una herramienta visual para crear flujos de datos entre dispositivos, API y servicios en línea. Está basada en Node.js y se puede ejecutar en Raspberry Pi y otros dispositivos. Permite una programación rápida y flexible con una interfaz gráfica de usuario basada en navegador.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Pros: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fácil de usar, tiene una gran comunidad y soporta muchos módulos y protocolos.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Contras: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Puede tener problemas de rendimiento y escalabilidad con flujos complejos y grandes volúmenes de datos.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OpenRemote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una plataforma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que permite crear aplicaciones profesionales de gestión de energía, gestión de multitudes o gestión de activos. Tiene un modelo genérico de activos y atributos, un editor de flujo para el procesamiento de datos, un tablero de control estándar y componentes de interfaz de usuario web.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Pros: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flexible, personalizable,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multi-tenant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y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multi-dominio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, y tiene una solución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edge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gateway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para conectar varias instancias.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Contras: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Requiere conocimientos técnicos para configurar e implementar la plataforma y sus componentes.</a:t>
            </a:r>
          </a:p>
        </p:txBody>
      </p:sp>
      <p:pic>
        <p:nvPicPr>
          <p:cNvPr id="6146" name="Picture 2" descr="Node-RED - TangibleJS">
            <a:extLst>
              <a:ext uri="{FF2B5EF4-FFF2-40B4-BE49-F238E27FC236}">
                <a16:creationId xmlns:a16="http://schemas.microsoft.com/office/drawing/2014/main" id="{232D9696-CB07-4E0F-93EA-5872B4E58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3" y="1927860"/>
            <a:ext cx="2609850" cy="163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penRemote | UNaLab">
            <a:extLst>
              <a:ext uri="{FF2B5EF4-FFF2-40B4-BE49-F238E27FC236}">
                <a16:creationId xmlns:a16="http://schemas.microsoft.com/office/drawing/2014/main" id="{DB1A9930-FCDF-4204-ABE5-A82687A44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4430398"/>
            <a:ext cx="1963744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026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3C552-F828-4609-9EF2-6672A97B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76530-40A8-457D-A801-2E873C8AB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3433" y="1927860"/>
            <a:ext cx="7503628" cy="4808219"/>
          </a:xfrm>
        </p:spPr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Kaa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Platform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una plataforma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que permite el desarrollo rápido y escalable de aplicaciones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. Tiene un servidor central que gestiona la comunicación entre los dispositivos y las aplicaciones, un SDK para facilitar la integración con los dispositivos, y un portal web para administrar la plataforma.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Pros: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modular, extensible, compatible con múltiples plataformas y protocolos, y tiene características avanzadas como notificaciones push, control remoto y actualizaciones OTA.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Contras: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Requiere una curva de aprendizaje para entender su arquitectura y componentes, y puede tener problemas de estabilidad y documentación.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dirty="0">
              <a:solidFill>
                <a:schemeClr val="tx1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ThingsBoard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una plataforma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que proporciona gestión de dispositivos, recopilación de datos, procesamiento y visualización para proyectos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. Se puede alojar como una solución SaaS o PaaS y soporta protocolos como MQTT,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CoAP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y HTTP.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Pros: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Tiene una interfaz intuitiva, ofrece análisis en tiempo real y reglas complejas, y tiene capacidades de integración con servicios externos.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Contras: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Tiene limitaciones en el número de dispositivos, mensajes y widgets en la versión gratuita y puede tener problemas de compatibilidad con algunos dispositivos.</a:t>
            </a:r>
          </a:p>
        </p:txBody>
      </p:sp>
      <p:pic>
        <p:nvPicPr>
          <p:cNvPr id="6150" name="Picture 6" descr="Kaa open-source IoT platform">
            <a:extLst>
              <a:ext uri="{FF2B5EF4-FFF2-40B4-BE49-F238E27FC236}">
                <a16:creationId xmlns:a16="http://schemas.microsoft.com/office/drawing/2014/main" id="{CCD94EBE-1B0A-4FB5-A6C4-5B24D18CF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7284"/>
            <a:ext cx="3339360" cy="187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GitHub - thingsboard/thingsboard: Open-source IoT Platform - Device ...">
            <a:extLst>
              <a:ext uri="{FF2B5EF4-FFF2-40B4-BE49-F238E27FC236}">
                <a16:creationId xmlns:a16="http://schemas.microsoft.com/office/drawing/2014/main" id="{F7EB459F-E576-44D3-890E-ED6F46C09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5544"/>
            <a:ext cx="3263433" cy="183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13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3C552-F828-4609-9EF2-6672A97B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76530-40A8-457D-A801-2E873C8AB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3433" y="1927860"/>
            <a:ext cx="7503628" cy="4808219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Eclipse </a:t>
            </a:r>
            <a:r>
              <a:rPr lang="es-MX" b="1" i="0" u="sng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b="1" i="0" u="sng" dirty="0">
                <a:solidFill>
                  <a:schemeClr val="tx1"/>
                </a:solidFill>
                <a:effectLst/>
                <a:latin typeface="-apple-system"/>
              </a:rPr>
              <a:t>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 ecosistema de proyectos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basados en el código abierto que abarcan diferentes aspectos del desarrollo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. Incluye proyectos como Eclipse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Mosquitto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(un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broker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MQTT), Eclipse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Kura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(un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framework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para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gateways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), Eclipse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Paho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(una biblioteca para clientes MQTT), entre otros.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Pros: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una iniciativa respaldada por una gran organización y comunidad, tiene una amplia gama de proyectos que cubren diversas necesidades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, y sigue los estándares abiertos.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Contras: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Puede ser difícil elegir e integrar los proyectos adecuados para cada caso de uso, y puede haber inconsistencias entre los proyectos en términos de calidad y soporte.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dirty="0">
              <a:solidFill>
                <a:schemeClr val="tx1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 err="1">
                <a:solidFill>
                  <a:schemeClr val="tx1"/>
                </a:solidFill>
                <a:effectLst/>
                <a:latin typeface="-apple-system"/>
              </a:rPr>
              <a:t>OpenHAB</a:t>
            </a: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una plataforma </a:t>
            </a:r>
            <a:r>
              <a:rPr lang="es-MX" i="0" dirty="0" err="1">
                <a:solidFill>
                  <a:schemeClr val="tx1"/>
                </a:solidFill>
                <a:effectLst/>
                <a:latin typeface="-apple-system"/>
              </a:rPr>
              <a:t>IoT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 que integra diferentes sistemas domóticos, dispositivos inteligentes y servicios en línea. Tiene un motor de reglas basado en scripts, una interfaz web adaptable, una aplicación móvil nativa y una API REST.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Pros: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Es compatible con más de 200 sistemas domóticos diferentes, tiene una gran comunidad activa y ofrece una alta personalización.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tx1"/>
                </a:solidFill>
                <a:effectLst/>
                <a:latin typeface="-apple-system"/>
              </a:rPr>
              <a:t>Contras: </a:t>
            </a:r>
            <a:r>
              <a:rPr lang="es-MX" i="0" dirty="0">
                <a:solidFill>
                  <a:schemeClr val="tx1"/>
                </a:solidFill>
                <a:effectLst/>
                <a:latin typeface="-apple-system"/>
              </a:rPr>
              <a:t>Tiene una configuración compleja que requiere editar archivos de texto manualmente, tiene una documentación dispersa e incompleta, y puede tener problemas de rendimiento con algunos dispositivos.</a:t>
            </a:r>
          </a:p>
        </p:txBody>
      </p:sp>
      <p:pic>
        <p:nvPicPr>
          <p:cNvPr id="8194" name="Picture 2" descr="Your feedback: Eclipse IoT open source standardization project - Bosch ...">
            <a:extLst>
              <a:ext uri="{FF2B5EF4-FFF2-40B4-BE49-F238E27FC236}">
                <a16:creationId xmlns:a16="http://schemas.microsoft.com/office/drawing/2014/main" id="{ABD689C5-C761-477F-B1AF-66E2BDEEB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1927860"/>
            <a:ext cx="2680843" cy="199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openHAB">
            <a:extLst>
              <a:ext uri="{FF2B5EF4-FFF2-40B4-BE49-F238E27FC236}">
                <a16:creationId xmlns:a16="http://schemas.microsoft.com/office/drawing/2014/main" id="{5FCED6F0-B2AB-4D41-8993-E6201CBAF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3" y="4652963"/>
            <a:ext cx="2881324" cy="63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9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3C552-F828-4609-9EF2-6672A97B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76530-40A8-457D-A801-2E873C8AB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485" y="1466850"/>
            <a:ext cx="11949029" cy="5878829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sz="1300" b="1" i="0" u="sng" dirty="0">
                <a:solidFill>
                  <a:schemeClr val="tx1"/>
                </a:solidFill>
                <a:effectLst/>
                <a:latin typeface="-apple-system"/>
              </a:rPr>
              <a:t>Pros: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130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i="0" dirty="0">
                <a:solidFill>
                  <a:schemeClr val="tx1"/>
                </a:solidFill>
                <a:effectLst/>
                <a:latin typeface="-apple-system"/>
              </a:rPr>
              <a:t>Son gratuitas o de bajo costo, lo que permite ahorrar recursos y experimentar con diferentes soluciones. Esto es una ventaja para los desarrolladores y las empresas que quieren probar nuevas ideas o prototipos sin tener que invertir mucho dinero o comprometerse con una plataforma específica.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i="0" dirty="0">
                <a:solidFill>
                  <a:schemeClr val="tx1"/>
                </a:solidFill>
                <a:effectLst/>
                <a:latin typeface="-apple-system"/>
              </a:rPr>
              <a:t>Son personalizables y adaptables, lo que permite modificarlas según las necesidades y preferencias de cada proyecto. Esto es una ventaja para los proyectos que requieren una solución a medida o que tienen requisitos especiales que no se pueden satisfacer con las plataformas comerciales.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i="0" dirty="0">
                <a:solidFill>
                  <a:schemeClr val="tx1"/>
                </a:solidFill>
                <a:effectLst/>
                <a:latin typeface="-apple-system"/>
              </a:rPr>
              <a:t>Son colaborativas y transparentes, lo que facilita el aprendizaje, la innovación y la resolución de problemas con el apoyo de la comunidad. Esto es una ventaja para los proyectos que buscan mejorar continuamente su calidad y funcionalidad, aprovechando el conocimiento y la experiencia de otros desarrolladores y usuarios.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b="1" i="0" dirty="0">
                <a:solidFill>
                  <a:schemeClr val="tx1"/>
                </a:solidFill>
                <a:effectLst/>
                <a:latin typeface="-apple-system"/>
              </a:rPr>
              <a:t>Contras: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130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i="0" dirty="0">
                <a:solidFill>
                  <a:schemeClr val="tx1"/>
                </a:solidFill>
                <a:effectLst/>
                <a:latin typeface="-apple-system"/>
              </a:rPr>
              <a:t>Requieren más tiempo y esfuerzo para configurarlas e implementarlas, lo que puede dificultar el desarrollo rápido y ágil. Esto es una desventaja para los proyectos que tienen plazos ajustados o que necesitan una solución lista para usar sin tener que dedicar mucho tiempo a la instalación, la integración o el mantenimiento.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i="0" dirty="0">
                <a:solidFill>
                  <a:schemeClr val="tx1"/>
                </a:solidFill>
                <a:effectLst/>
                <a:latin typeface="-apple-system"/>
              </a:rPr>
              <a:t>Pueden tener problemas de calidad, seguridad, compatibilidad y documentación, lo que puede afectar al rendimiento y la fiabilidad de las aplicaciones. Esto es una desventaja para los proyectos que dependen de la estabilidad y la seguridad de sus datos y dispositivos, o que tienen que cumplir con ciertos estándares o normativas.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300" i="0" dirty="0">
                <a:solidFill>
                  <a:schemeClr val="tx1"/>
                </a:solidFill>
                <a:effectLst/>
                <a:latin typeface="-apple-system"/>
              </a:rPr>
              <a:t>Pueden tener menos soporte técnico y comercial, lo que puede limitar las opciones de escalabilidad y mantenimiento. Esto es una desventaja para los proyectos que tienen que enfrentarse a problemas técnicos complejos o imprevistos, o que quieren ampliar su alcance o su mercado sin perder calidad o funcionalidad.</a:t>
            </a:r>
          </a:p>
        </p:txBody>
      </p:sp>
      <p:pic>
        <p:nvPicPr>
          <p:cNvPr id="5" name="Gráfico 4" descr="Documento con relleno sólido">
            <a:extLst>
              <a:ext uri="{FF2B5EF4-FFF2-40B4-BE49-F238E27FC236}">
                <a16:creationId xmlns:a16="http://schemas.microsoft.com/office/drawing/2014/main" id="{EBAB3683-211E-491A-B005-61AFE9DA2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2575" y="933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78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3" y="107049"/>
            <a:ext cx="11494602" cy="540651"/>
          </a:xfrm>
          <a:solidFill>
            <a:schemeClr val="tx1">
              <a:lumMod val="95000"/>
              <a:lumOff val="5000"/>
            </a:schemeClr>
          </a:solidFill>
        </p:spPr>
        <p:txBody>
          <a:bodyPr rtlCol="0" anchor="ctr">
            <a:no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Arquitecturas a utilizar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7BE92100-5967-43F6-A7F8-81AC85CB3168}"/>
              </a:ext>
            </a:extLst>
          </p:cNvPr>
          <p:cNvSpPr txBox="1">
            <a:spLocks/>
          </p:cNvSpPr>
          <p:nvPr/>
        </p:nvSpPr>
        <p:spPr>
          <a:xfrm>
            <a:off x="581193" y="1471377"/>
            <a:ext cx="10077282" cy="5015147"/>
          </a:xfrm>
          <a:prstGeom prst="rect">
            <a:avLst/>
          </a:prstGeom>
          <a:solidFill>
            <a:srgbClr val="132648">
              <a:alpha val="50196"/>
            </a:srgb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400" dirty="0">
                <a:solidFill>
                  <a:schemeClr val="bg1"/>
                </a:solidFill>
              </a:rPr>
              <a:t>Uso de redes </a:t>
            </a:r>
            <a:r>
              <a:rPr lang="es-MX" sz="2400" dirty="0" err="1">
                <a:solidFill>
                  <a:schemeClr val="bg1"/>
                </a:solidFill>
              </a:rPr>
              <a:t>mesh</a:t>
            </a:r>
            <a:r>
              <a:rPr lang="es-MX" sz="2400" dirty="0">
                <a:solidFill>
                  <a:schemeClr val="bg1"/>
                </a:solidFill>
              </a:rPr>
              <a:t> (Dispositivo a Dispositivo) para transmisión de datos en cualquier zona de la red (Wifi o bluetooth)</a:t>
            </a:r>
          </a:p>
          <a:p>
            <a:r>
              <a:rPr lang="es-MX" sz="2400" dirty="0">
                <a:solidFill>
                  <a:schemeClr val="bg1"/>
                </a:solidFill>
              </a:rPr>
              <a:t>Perfil de acceso genérico (GAP) en Bluetooth.</a:t>
            </a:r>
          </a:p>
          <a:p>
            <a:r>
              <a:rPr lang="es-MX" sz="2400" dirty="0">
                <a:solidFill>
                  <a:schemeClr val="bg1"/>
                </a:solidFill>
              </a:rPr>
              <a:t>Uso de </a:t>
            </a:r>
            <a:r>
              <a:rPr lang="es-MX" sz="2400" dirty="0" err="1">
                <a:solidFill>
                  <a:schemeClr val="bg1"/>
                </a:solidFill>
              </a:rPr>
              <a:t>WiFi</a:t>
            </a:r>
            <a:r>
              <a:rPr lang="es-MX" sz="2400" dirty="0">
                <a:solidFill>
                  <a:schemeClr val="bg1"/>
                </a:solidFill>
              </a:rPr>
              <a:t> en entornos con condiciones de red más complejas</a:t>
            </a:r>
          </a:p>
          <a:p>
            <a:r>
              <a:rPr lang="es-MX" sz="2400" dirty="0">
                <a:solidFill>
                  <a:schemeClr val="bg1"/>
                </a:solidFill>
              </a:rPr>
              <a:t>Uso de bluetooth para detección e interacción con dispositivos cercanos</a:t>
            </a:r>
          </a:p>
          <a:p>
            <a:r>
              <a:rPr lang="es-MX" sz="2400" dirty="0">
                <a:solidFill>
                  <a:schemeClr val="bg1"/>
                </a:solidFill>
              </a:rPr>
              <a:t>Se podrá utilizar IPV6 para direccionamiento de nodos e IPV4 para conexión y control de </a:t>
            </a:r>
            <a:r>
              <a:rPr lang="es-MX" sz="2400" dirty="0" err="1">
                <a:solidFill>
                  <a:schemeClr val="bg1"/>
                </a:solidFill>
              </a:rPr>
              <a:t>Gateways</a:t>
            </a:r>
            <a:r>
              <a:rPr lang="es-MX" sz="2400" dirty="0">
                <a:solidFill>
                  <a:schemeClr val="bg1"/>
                </a:solidFill>
              </a:rPr>
              <a:t> preferentemente utilizando DHCP</a:t>
            </a:r>
          </a:p>
          <a:p>
            <a:r>
              <a:rPr lang="es-MX" sz="2400" dirty="0">
                <a:solidFill>
                  <a:schemeClr val="bg1"/>
                </a:solidFill>
              </a:rPr>
              <a:t>Uso de </a:t>
            </a:r>
            <a:r>
              <a:rPr lang="es-MX" sz="2400" dirty="0" err="1">
                <a:solidFill>
                  <a:schemeClr val="bg1"/>
                </a:solidFill>
              </a:rPr>
              <a:t>CoAP</a:t>
            </a:r>
            <a:r>
              <a:rPr lang="es-MX" sz="2400" dirty="0">
                <a:solidFill>
                  <a:schemeClr val="bg1"/>
                </a:solidFill>
              </a:rPr>
              <a:t> para comunicación Máquina-Máquina. </a:t>
            </a:r>
          </a:p>
          <a:p>
            <a:pPr lvl="1"/>
            <a:r>
              <a:rPr lang="es-MX" sz="2200" dirty="0">
                <a:solidFill>
                  <a:schemeClr val="bg1"/>
                </a:solidFill>
              </a:rPr>
              <a:t>Soporta </a:t>
            </a:r>
            <a:r>
              <a:rPr lang="es-MX" sz="2200" dirty="0" err="1">
                <a:solidFill>
                  <a:schemeClr val="bg1"/>
                </a:solidFill>
              </a:rPr>
              <a:t>multicast</a:t>
            </a:r>
            <a:endParaRPr lang="es-MX" sz="2200" dirty="0">
              <a:solidFill>
                <a:schemeClr val="bg1"/>
              </a:solidFill>
            </a:endParaRPr>
          </a:p>
          <a:p>
            <a:pPr lvl="1"/>
            <a:r>
              <a:rPr lang="es-MX" sz="2200" dirty="0">
                <a:solidFill>
                  <a:schemeClr val="bg1"/>
                </a:solidFill>
              </a:rPr>
              <a:t>Simplifica descubrimiento de dispositivos</a:t>
            </a:r>
          </a:p>
          <a:p>
            <a:pPr lvl="1"/>
            <a:r>
              <a:rPr lang="es-MX" sz="2200" dirty="0">
                <a:solidFill>
                  <a:schemeClr val="bg1"/>
                </a:solidFill>
              </a:rPr>
              <a:t>Basado en UDP y REST </a:t>
            </a:r>
            <a:endParaRPr lang="es-MX" sz="2400" dirty="0">
              <a:solidFill>
                <a:schemeClr val="bg1"/>
              </a:solidFill>
            </a:endParaRPr>
          </a:p>
          <a:p>
            <a:r>
              <a:rPr lang="es-MX" sz="2400" dirty="0">
                <a:solidFill>
                  <a:schemeClr val="bg1"/>
                </a:solidFill>
              </a:rPr>
              <a:t>Uso de JSON para modelar datos</a:t>
            </a:r>
          </a:p>
        </p:txBody>
      </p:sp>
    </p:spTree>
    <p:extLst>
      <p:ext uri="{BB962C8B-B14F-4D97-AF65-F5344CB8AC3E}">
        <p14:creationId xmlns:p14="http://schemas.microsoft.com/office/powerpoint/2010/main" val="350734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3" y="107049"/>
            <a:ext cx="11494602" cy="540651"/>
          </a:xfrm>
          <a:solidFill>
            <a:schemeClr val="tx1">
              <a:lumMod val="95000"/>
              <a:lumOff val="5000"/>
            </a:schemeClr>
          </a:solidFill>
        </p:spPr>
        <p:txBody>
          <a:bodyPr rtlCol="0" anchor="ctr">
            <a:no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Arquitecturas a utilizar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AE30B91-CB9A-4319-A550-A29EBE8B2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020148"/>
            <a:ext cx="5353050" cy="2817704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A152848-7D38-414B-B657-55EE4842A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20148"/>
            <a:ext cx="5619750" cy="421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6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chemeClr val="bg2"/>
                </a:solidFill>
              </a:rPr>
              <a:t>alguien@ejemplo.com</a:t>
            </a:r>
          </a:p>
          <a:p>
            <a:pPr rtl="0"/>
            <a:endParaRPr lang="es-ES">
              <a:solidFill>
                <a:schemeClr val="bg2"/>
              </a:solidFill>
            </a:endParaRPr>
          </a:p>
          <a:p>
            <a:pPr rtl="0"/>
            <a:endParaRPr lang="es-ES">
              <a:solidFill>
                <a:schemeClr val="bg2"/>
              </a:solidFill>
            </a:endParaRP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Diseño tecnológico</Template>
  <TotalTime>1651</TotalTime>
  <Words>2354</Words>
  <Application>Microsoft Office PowerPoint</Application>
  <PresentationFormat>Panorámica</PresentationFormat>
  <Paragraphs>169</Paragraphs>
  <Slides>16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Calibri</vt:lpstr>
      <vt:lpstr>Gill Sans MT</vt:lpstr>
      <vt:lpstr>Red Hat Text</vt:lpstr>
      <vt:lpstr>Wingdings 2</vt:lpstr>
      <vt:lpstr>Personalizado</vt:lpstr>
      <vt:lpstr>Presentación de PowerPoint</vt:lpstr>
      <vt:lpstr>Contexto</vt:lpstr>
      <vt:lpstr>Contexto</vt:lpstr>
      <vt:lpstr>Problemáticas a resolver</vt:lpstr>
      <vt:lpstr>Diseño y desarrollo de una plataforma Inferencial de IoT</vt:lpstr>
      <vt:lpstr>Ejes Principales</vt:lpstr>
      <vt:lpstr>Hardware</vt:lpstr>
      <vt:lpstr>Redes</vt:lpstr>
      <vt:lpstr>Software</vt:lpstr>
      <vt:lpstr>Estado del Arte</vt:lpstr>
      <vt:lpstr>Estado del Arte</vt:lpstr>
      <vt:lpstr>Estado del Arte</vt:lpstr>
      <vt:lpstr>Estado del Arte</vt:lpstr>
      <vt:lpstr>Arquitecturas a utilizar</vt:lpstr>
      <vt:lpstr>Arquitecturas a utilizar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tecnológico</dc:title>
  <dc:creator>Erick Vega</dc:creator>
  <cp:lastModifiedBy>Erick Vega</cp:lastModifiedBy>
  <cp:revision>18</cp:revision>
  <dcterms:created xsi:type="dcterms:W3CDTF">2023-08-22T09:24:44Z</dcterms:created>
  <dcterms:modified xsi:type="dcterms:W3CDTF">2023-09-02T18:35:33Z</dcterms:modified>
</cp:coreProperties>
</file>