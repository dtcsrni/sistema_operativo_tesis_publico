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7" r:id="rId5"/>
    <p:sldId id="268" r:id="rId6"/>
    <p:sldId id="267" r:id="rId7"/>
  </p:sldIdLst>
  <p:sldSz cx="12188825" cy="6858000"/>
  <p:notesSz cx="6858000" cy="9144000"/>
  <p:defaultTextStyle>
    <a:defPPr rtl="0">
      <a:defRPr lang="es-mx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159" d="100"/>
          <a:sy n="159" d="100"/>
        </p:scale>
        <p:origin x="306" y="13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Vega" userId="65e1e5dacfec4262" providerId="LiveId" clId="{0BDCDF13-4E34-4DA6-88E3-2D5989769FA5}"/>
    <pc:docChg chg="custSel modSld">
      <pc:chgData name="Erick Vega" userId="65e1e5dacfec4262" providerId="LiveId" clId="{0BDCDF13-4E34-4DA6-88E3-2D5989769FA5}" dt="2025-02-08T00:50:23.236" v="88" actId="20577"/>
      <pc:docMkLst>
        <pc:docMk/>
      </pc:docMkLst>
      <pc:sldChg chg="modAnim">
        <pc:chgData name="Erick Vega" userId="65e1e5dacfec4262" providerId="LiveId" clId="{0BDCDF13-4E34-4DA6-88E3-2D5989769FA5}" dt="2025-02-08T00:50:00.374" v="23"/>
        <pc:sldMkLst>
          <pc:docMk/>
          <pc:sldMk cId="1484811712" sldId="267"/>
        </pc:sldMkLst>
      </pc:sldChg>
      <pc:sldChg chg="modSp mod modAnim">
        <pc:chgData name="Erick Vega" userId="65e1e5dacfec4262" providerId="LiveId" clId="{0BDCDF13-4E34-4DA6-88E3-2D5989769FA5}" dt="2025-02-08T00:50:23.236" v="88" actId="20577"/>
        <pc:sldMkLst>
          <pc:docMk/>
          <pc:sldMk cId="3529114326" sldId="268"/>
        </pc:sldMkLst>
        <pc:spChg chg="mod">
          <ac:chgData name="Erick Vega" userId="65e1e5dacfec4262" providerId="LiveId" clId="{0BDCDF13-4E34-4DA6-88E3-2D5989769FA5}" dt="2025-02-08T00:50:23.236" v="88" actId="20577"/>
          <ac:spMkLst>
            <pc:docMk/>
            <pc:sldMk cId="3529114326" sldId="268"/>
            <ac:spMk id="1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Haga clic para modificar los estilos de texto del patrón</a:t>
            </a:r>
          </a:p>
          <a:p>
            <a:pPr lvl="1" rtl="0"/>
            <a:r>
              <a:t>Segundo nivel</a:t>
            </a:r>
          </a:p>
          <a:p>
            <a:pPr lvl="2" rtl="0"/>
            <a:r>
              <a:t>Tercer nivel</a:t>
            </a:r>
          </a:p>
          <a:p>
            <a:pPr lvl="3" rtl="0"/>
            <a:r>
              <a:t>Cuarto nivel</a:t>
            </a:r>
          </a:p>
          <a:p>
            <a:pPr lvl="4" rtl="0"/>
            <a:r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de la parte inferior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" name="Marcador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Marcador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Marcador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de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mx"/>
              <a:t>Haga clic para modificar el estilo de título del patrón</a:t>
            </a:r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mx"/>
              <a:t>Editar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mx" dirty="0"/>
              <a:t>Experiencia de Usuario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A4096940-9D9C-A2FB-B0CC-10E969B14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dirty="0"/>
              <a:t>Buena experiencia </a:t>
            </a:r>
            <a:r>
              <a:rPr lang="es-MX" dirty="0"/>
              <a:t>–</a:t>
            </a:r>
            <a:r>
              <a:rPr lang="es-mx" dirty="0"/>
              <a:t> Google </a:t>
            </a:r>
            <a:r>
              <a:rPr lang="es-mx" dirty="0" err="1"/>
              <a:t>Classroom</a:t>
            </a:r>
            <a:endParaRPr lang="en-US" dirty="0"/>
          </a:p>
        </p:txBody>
      </p:sp>
      <p:sp>
        <p:nvSpPr>
          <p:cNvPr id="14" name="Marcador de contenido 13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s-mx" dirty="0"/>
              <a:t>Simplifica la gestión de alumnos</a:t>
            </a:r>
          </a:p>
          <a:p>
            <a:pPr rtl="0"/>
            <a:r>
              <a:rPr lang="es-mx" dirty="0"/>
              <a:t>Simplifica la gestión de tareas y actividades</a:t>
            </a:r>
          </a:p>
          <a:p>
            <a:pPr rtl="0"/>
            <a:r>
              <a:rPr lang="es-mx" dirty="0"/>
              <a:t>Un solo lugar centralizado para gestionar las evidencias, tiempos y calificaciones</a:t>
            </a:r>
          </a:p>
          <a:p>
            <a:pPr rtl="0"/>
            <a:r>
              <a:rPr lang="es-MX" dirty="0"/>
              <a:t>Permite generar transmisión en vivo para todos</a:t>
            </a:r>
          </a:p>
          <a:p>
            <a:pPr rtl="0"/>
            <a:r>
              <a:rPr lang="es-MX" dirty="0"/>
              <a:t>Interfaz simple pero completa, bien diseñada (Metro)</a:t>
            </a:r>
          </a:p>
          <a:p>
            <a:pPr rtl="0"/>
            <a:r>
              <a:rPr lang="es-MX" dirty="0"/>
              <a:t>Muchas funciones útiles como cálculo de calificaciones, cambio de fechas, anuncios, muro</a:t>
            </a:r>
          </a:p>
          <a:p>
            <a:pPr rtl="0"/>
            <a:r>
              <a:rPr lang="es-MX" dirty="0"/>
              <a:t>Capacidad de archivar clases ya cursadas para mantener ordenado</a:t>
            </a:r>
            <a:endParaRPr lang="en-US" dirty="0"/>
          </a:p>
        </p:txBody>
      </p:sp>
      <p:pic>
        <p:nvPicPr>
          <p:cNvPr id="2050" name="Picture 2" descr="Google Classroom Redesign UI on Behance">
            <a:extLst>
              <a:ext uri="{FF2B5EF4-FFF2-40B4-BE49-F238E27FC236}">
                <a16:creationId xmlns:a16="http://schemas.microsoft.com/office/drawing/2014/main" id="{CAE85132-4D5A-ABCB-3DAA-2CA06729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740" y="17113"/>
            <a:ext cx="3087670" cy="197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dirty="0"/>
              <a:t>Mala experiencia </a:t>
            </a:r>
            <a:r>
              <a:rPr lang="es-MX" dirty="0"/>
              <a:t>–</a:t>
            </a:r>
            <a:r>
              <a:rPr lang="es-mx" dirty="0"/>
              <a:t> Taxi contigo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E4F04-090D-9E0F-AD96-A0ECF02D6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5039570"/>
          </a:xfrm>
        </p:spPr>
        <p:txBody>
          <a:bodyPr/>
          <a:lstStyle/>
          <a:p>
            <a:r>
              <a:rPr lang="es-MX" dirty="0"/>
              <a:t>Interfaz confusa, poco amigable</a:t>
            </a:r>
          </a:p>
          <a:p>
            <a:r>
              <a:rPr lang="es-MX" dirty="0"/>
              <a:t>Consumo de datos constante y elevado incluso aunque todavía no inicie el viaje</a:t>
            </a:r>
          </a:p>
          <a:p>
            <a:r>
              <a:rPr lang="es-MX" dirty="0"/>
              <a:t>Los taxistas pueden cancelar el servicio sin previo aviso, incluso aunque ya lo hubieran aceptado desde hace minutos</a:t>
            </a:r>
          </a:p>
          <a:p>
            <a:r>
              <a:rPr lang="es-MX" dirty="0"/>
              <a:t>Al registrarse solo existía verificación de número de teléfono, un mensaje que tardaba horas en llegar o directamente no llegaba</a:t>
            </a:r>
          </a:p>
          <a:p>
            <a:r>
              <a:rPr lang="es-MX" dirty="0"/>
              <a:t>La sesión no se mantenía, obligando a colocar las credenciales una y otra vez</a:t>
            </a:r>
          </a:p>
          <a:p>
            <a:r>
              <a:rPr lang="es-MX" dirty="0"/>
              <a:t>El precio cambiaba incluso después de iniciado el viaje</a:t>
            </a:r>
          </a:p>
          <a:p>
            <a:endParaRPr lang="es-MX" dirty="0"/>
          </a:p>
        </p:txBody>
      </p:sp>
      <p:pic>
        <p:nvPicPr>
          <p:cNvPr id="1026" name="Picture 2" descr="¿Cómo funciona la app de Taxi Contigo? Distancia, tiempo de espera y ...">
            <a:extLst>
              <a:ext uri="{FF2B5EF4-FFF2-40B4-BE49-F238E27FC236}">
                <a16:creationId xmlns:a16="http://schemas.microsoft.com/office/drawing/2014/main" id="{655BA857-B45C-C9B3-5BFA-7FF0A767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763" y="116633"/>
            <a:ext cx="2926061" cy="16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Técnico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14</TotalTime>
  <Words>160</Words>
  <Application>Microsoft Office PowerPoint</Application>
  <PresentationFormat>Personalizado</PresentationFormat>
  <Paragraphs>16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Técnico 16x9</vt:lpstr>
      <vt:lpstr>Experiencia de Usuario</vt:lpstr>
      <vt:lpstr>Buena experiencia – Google Classroom</vt:lpstr>
      <vt:lpstr>Mala experiencia – Taxi contigo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Vega</dc:creator>
  <cp:lastModifiedBy>Erick Vega</cp:lastModifiedBy>
  <cp:revision>1</cp:revision>
  <dcterms:created xsi:type="dcterms:W3CDTF">2025-02-08T00:36:21Z</dcterms:created>
  <dcterms:modified xsi:type="dcterms:W3CDTF">2025-02-08T00:50:25Z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