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076950" cy="3419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86" d="100"/>
          <a:sy n="286" d="100"/>
        </p:scale>
        <p:origin x="113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83" y="3191510"/>
            <a:ext cx="6075367" cy="227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" y="3158360"/>
            <a:ext cx="6075367" cy="31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925" y="378422"/>
            <a:ext cx="5013484" cy="1778127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987" spc="-2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307" y="2221621"/>
            <a:ext cx="5013484" cy="569913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196" cap="all" spc="100" baseline="0">
                <a:solidFill>
                  <a:schemeClr val="tx2"/>
                </a:solidFill>
                <a:latin typeface="+mj-lt"/>
              </a:defRPr>
            </a:lvl1pPr>
            <a:lvl2pPr marL="227868" indent="0" algn="ctr">
              <a:buNone/>
              <a:defRPr sz="1196"/>
            </a:lvl2pPr>
            <a:lvl3pPr marL="455737" indent="0" algn="ctr">
              <a:buNone/>
              <a:defRPr sz="1196"/>
            </a:lvl3pPr>
            <a:lvl4pPr marL="683605" indent="0" algn="ctr">
              <a:buNone/>
              <a:defRPr sz="997"/>
            </a:lvl4pPr>
            <a:lvl5pPr marL="911474" indent="0" algn="ctr">
              <a:buNone/>
              <a:defRPr sz="997"/>
            </a:lvl5pPr>
            <a:lvl6pPr marL="1139342" indent="0" algn="ctr">
              <a:buNone/>
              <a:defRPr sz="997"/>
            </a:lvl6pPr>
            <a:lvl7pPr marL="1367211" indent="0" algn="ctr">
              <a:buNone/>
              <a:defRPr sz="997"/>
            </a:lvl7pPr>
            <a:lvl8pPr marL="1595079" indent="0" algn="ctr">
              <a:buNone/>
              <a:defRPr sz="997"/>
            </a:lvl8pPr>
            <a:lvl9pPr marL="1822948" indent="0" algn="ctr">
              <a:buNone/>
              <a:defRPr sz="9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01942" y="2165668"/>
            <a:ext cx="492233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17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5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83" y="3191510"/>
            <a:ext cx="6075367" cy="227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" y="3158360"/>
            <a:ext cx="6075367" cy="31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925" y="378422"/>
            <a:ext cx="5013484" cy="1778127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987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925" y="2220379"/>
            <a:ext cx="5013484" cy="569913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196" cap="all" spc="100" baseline="0">
                <a:solidFill>
                  <a:schemeClr val="tx2"/>
                </a:solidFill>
                <a:latin typeface="+mj-lt"/>
              </a:defRPr>
            </a:lvl1pPr>
            <a:lvl2pPr marL="227868" indent="0">
              <a:buNone/>
              <a:defRPr sz="897">
                <a:solidFill>
                  <a:schemeClr val="tx1">
                    <a:tint val="75000"/>
                  </a:schemeClr>
                </a:solidFill>
              </a:defRPr>
            </a:lvl2pPr>
            <a:lvl3pPr marL="455737" indent="0">
              <a:buNone/>
              <a:defRPr sz="797">
                <a:solidFill>
                  <a:schemeClr val="tx1">
                    <a:tint val="75000"/>
                  </a:schemeClr>
                </a:solidFill>
              </a:defRPr>
            </a:lvl3pPr>
            <a:lvl4pPr marL="683605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4pPr>
            <a:lvl5pPr marL="911474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5pPr>
            <a:lvl6pPr marL="1139342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6pPr>
            <a:lvl7pPr marL="1367211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7pPr>
            <a:lvl8pPr marL="1595079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8pPr>
            <a:lvl9pPr marL="1822948" indent="0">
              <a:buNone/>
              <a:defRPr sz="6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01942" y="2165668"/>
            <a:ext cx="492233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45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6925" y="142903"/>
            <a:ext cx="5013484" cy="7233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925" y="920303"/>
            <a:ext cx="2461165" cy="20060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9244" y="920304"/>
            <a:ext cx="2461165" cy="20060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7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46925" y="142903"/>
            <a:ext cx="5013484" cy="7233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925" y="920462"/>
            <a:ext cx="2461165" cy="36711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997" b="0" cap="all" baseline="0">
                <a:solidFill>
                  <a:schemeClr val="tx2"/>
                </a:solidFill>
              </a:defRPr>
            </a:lvl1pPr>
            <a:lvl2pPr marL="227868" indent="0">
              <a:buNone/>
              <a:defRPr sz="997" b="1"/>
            </a:lvl2pPr>
            <a:lvl3pPr marL="455737" indent="0">
              <a:buNone/>
              <a:defRPr sz="897" b="1"/>
            </a:lvl3pPr>
            <a:lvl4pPr marL="683605" indent="0">
              <a:buNone/>
              <a:defRPr sz="797" b="1"/>
            </a:lvl4pPr>
            <a:lvl5pPr marL="911474" indent="0">
              <a:buNone/>
              <a:defRPr sz="797" b="1"/>
            </a:lvl5pPr>
            <a:lvl6pPr marL="1139342" indent="0">
              <a:buNone/>
              <a:defRPr sz="797" b="1"/>
            </a:lvl6pPr>
            <a:lvl7pPr marL="1367211" indent="0">
              <a:buNone/>
              <a:defRPr sz="797" b="1"/>
            </a:lvl7pPr>
            <a:lvl8pPr marL="1595079" indent="0">
              <a:buNone/>
              <a:defRPr sz="797" b="1"/>
            </a:lvl8pPr>
            <a:lvl9pPr marL="1822948" indent="0">
              <a:buNone/>
              <a:defRPr sz="7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925" y="1287580"/>
            <a:ext cx="2461165" cy="1684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9244" y="920462"/>
            <a:ext cx="2461165" cy="36711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997" b="0" cap="all" baseline="0">
                <a:solidFill>
                  <a:schemeClr val="tx2"/>
                </a:solidFill>
              </a:defRPr>
            </a:lvl1pPr>
            <a:lvl2pPr marL="227868" indent="0">
              <a:buNone/>
              <a:defRPr sz="997" b="1"/>
            </a:lvl2pPr>
            <a:lvl3pPr marL="455737" indent="0">
              <a:buNone/>
              <a:defRPr sz="897" b="1"/>
            </a:lvl3pPr>
            <a:lvl4pPr marL="683605" indent="0">
              <a:buNone/>
              <a:defRPr sz="797" b="1"/>
            </a:lvl4pPr>
            <a:lvl5pPr marL="911474" indent="0">
              <a:buNone/>
              <a:defRPr sz="797" b="1"/>
            </a:lvl5pPr>
            <a:lvl6pPr marL="1139342" indent="0">
              <a:buNone/>
              <a:defRPr sz="797" b="1"/>
            </a:lvl6pPr>
            <a:lvl7pPr marL="1367211" indent="0">
              <a:buNone/>
              <a:defRPr sz="797" b="1"/>
            </a:lvl7pPr>
            <a:lvl8pPr marL="1595079" indent="0">
              <a:buNone/>
              <a:defRPr sz="797" b="1"/>
            </a:lvl8pPr>
            <a:lvl9pPr marL="1822948" indent="0">
              <a:buNone/>
              <a:defRPr sz="7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9244" y="1287580"/>
            <a:ext cx="2461165" cy="1684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2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83" y="3191510"/>
            <a:ext cx="6075367" cy="227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8" y="3158360"/>
            <a:ext cx="6075367" cy="31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8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" y="0"/>
            <a:ext cx="2019066" cy="3419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013723" y="0"/>
            <a:ext cx="31904" cy="3419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886" y="296354"/>
            <a:ext cx="1595199" cy="1139825"/>
          </a:xfrm>
        </p:spPr>
        <p:txBody>
          <a:bodyPr anchor="b">
            <a:normAutofit/>
          </a:bodyPr>
          <a:lstStyle>
            <a:lvl1pPr>
              <a:defRPr sz="1794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2799" y="364744"/>
            <a:ext cx="3235976" cy="26215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886" y="1458976"/>
            <a:ext cx="1595199" cy="168486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748">
                <a:solidFill>
                  <a:srgbClr val="FFFFFF"/>
                </a:solidFill>
              </a:defRPr>
            </a:lvl1pPr>
            <a:lvl2pPr marL="227868" indent="0">
              <a:buNone/>
              <a:defRPr sz="598"/>
            </a:lvl2pPr>
            <a:lvl3pPr marL="455737" indent="0">
              <a:buNone/>
              <a:defRPr sz="498"/>
            </a:lvl3pPr>
            <a:lvl4pPr marL="683605" indent="0">
              <a:buNone/>
              <a:defRPr sz="449"/>
            </a:lvl4pPr>
            <a:lvl5pPr marL="911474" indent="0">
              <a:buNone/>
              <a:defRPr sz="449"/>
            </a:lvl5pPr>
            <a:lvl6pPr marL="1139342" indent="0">
              <a:buNone/>
              <a:defRPr sz="449"/>
            </a:lvl6pPr>
            <a:lvl7pPr marL="1367211" indent="0">
              <a:buNone/>
              <a:defRPr sz="449"/>
            </a:lvl7pPr>
            <a:lvl8pPr marL="1595079" indent="0">
              <a:buNone/>
              <a:defRPr sz="449"/>
            </a:lvl8pPr>
            <a:lvl9pPr marL="1822948" indent="0">
              <a:buNone/>
              <a:defRPr sz="4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32028" y="3220921"/>
            <a:ext cx="1305164" cy="18205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92799" y="3220921"/>
            <a:ext cx="2316837" cy="18205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69621"/>
            <a:ext cx="6075367" cy="949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" y="2450712"/>
            <a:ext cx="6075367" cy="31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926" y="2530412"/>
            <a:ext cx="5040830" cy="410337"/>
          </a:xfrm>
        </p:spPr>
        <p:txBody>
          <a:bodyPr lIns="91440" tIns="0" rIns="91440" bIns="0" anchor="b">
            <a:noAutofit/>
          </a:bodyPr>
          <a:lstStyle>
            <a:lvl1pPr>
              <a:defRPr sz="1794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" y="0"/>
            <a:ext cx="6076943" cy="2450712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1595">
                <a:solidFill>
                  <a:schemeClr val="bg1"/>
                </a:solidFill>
              </a:defRPr>
            </a:lvl1pPr>
            <a:lvl2pPr marL="227868" indent="0">
              <a:buNone/>
              <a:defRPr sz="1396"/>
            </a:lvl2pPr>
            <a:lvl3pPr marL="455737" indent="0">
              <a:buNone/>
              <a:defRPr sz="1196"/>
            </a:lvl3pPr>
            <a:lvl4pPr marL="683605" indent="0">
              <a:buNone/>
              <a:defRPr sz="997"/>
            </a:lvl4pPr>
            <a:lvl5pPr marL="911474" indent="0">
              <a:buNone/>
              <a:defRPr sz="997"/>
            </a:lvl5pPr>
            <a:lvl6pPr marL="1139342" indent="0">
              <a:buNone/>
              <a:defRPr sz="997"/>
            </a:lvl6pPr>
            <a:lvl7pPr marL="1367211" indent="0">
              <a:buNone/>
              <a:defRPr sz="997"/>
            </a:lvl7pPr>
            <a:lvl8pPr marL="1595079" indent="0">
              <a:buNone/>
              <a:defRPr sz="997"/>
            </a:lvl8pPr>
            <a:lvl9pPr marL="1822948" indent="0">
              <a:buNone/>
              <a:defRPr sz="99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926" y="2945307"/>
            <a:ext cx="5040830" cy="29635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299"/>
              </a:spcAft>
              <a:buNone/>
              <a:defRPr sz="748">
                <a:solidFill>
                  <a:srgbClr val="FFFFFF"/>
                </a:solidFill>
              </a:defRPr>
            </a:lvl1pPr>
            <a:lvl2pPr marL="227868" indent="0">
              <a:buNone/>
              <a:defRPr sz="598"/>
            </a:lvl2pPr>
            <a:lvl3pPr marL="455737" indent="0">
              <a:buNone/>
              <a:defRPr sz="498"/>
            </a:lvl3pPr>
            <a:lvl4pPr marL="683605" indent="0">
              <a:buNone/>
              <a:defRPr sz="449"/>
            </a:lvl4pPr>
            <a:lvl5pPr marL="911474" indent="0">
              <a:buNone/>
              <a:defRPr sz="449"/>
            </a:lvl5pPr>
            <a:lvl6pPr marL="1139342" indent="0">
              <a:buNone/>
              <a:defRPr sz="449"/>
            </a:lvl6pPr>
            <a:lvl7pPr marL="1367211" indent="0">
              <a:buNone/>
              <a:defRPr sz="449"/>
            </a:lvl7pPr>
            <a:lvl8pPr marL="1595079" indent="0">
              <a:buNone/>
              <a:defRPr sz="449"/>
            </a:lvl8pPr>
            <a:lvl9pPr marL="1822948" indent="0">
              <a:buNone/>
              <a:defRPr sz="4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9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83" y="3191510"/>
            <a:ext cx="6075367" cy="227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" y="3158360"/>
            <a:ext cx="6075367" cy="319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206813"/>
            <a:ext cx="1310342" cy="287071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0" y="206813"/>
            <a:ext cx="3855065" cy="2870715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2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191510"/>
            <a:ext cx="6076950" cy="2279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3158361"/>
            <a:ext cx="6076950" cy="32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925" y="142903"/>
            <a:ext cx="5013484" cy="7233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925" y="920303"/>
            <a:ext cx="5013484" cy="200609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6926" y="3220921"/>
            <a:ext cx="1232273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9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7333" y="3220921"/>
            <a:ext cx="2403866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9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4760" y="3220921"/>
            <a:ext cx="653962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3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94901" y="866509"/>
            <a:ext cx="496790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27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5737" rtl="0" eaLnBrk="1" latinLnBrk="0" hangingPunct="1">
        <a:lnSpc>
          <a:spcPct val="85000"/>
        </a:lnSpc>
        <a:spcBef>
          <a:spcPct val="0"/>
        </a:spcBef>
        <a:buNone/>
        <a:defRPr sz="2392" kern="1200" spc="-2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45574" indent="-45574" algn="l" defTabSz="455737" rtl="0" eaLnBrk="1" latinLnBrk="0" hangingPunct="1">
        <a:lnSpc>
          <a:spcPct val="90000"/>
        </a:lnSpc>
        <a:spcBef>
          <a:spcPts val="598"/>
        </a:spcBef>
        <a:spcAft>
          <a:spcPts val="1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99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91410" indent="-91147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89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282557" indent="-91147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373704" indent="-91147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464852" indent="-91147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548240" indent="-113934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647920" indent="-113934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747600" indent="-113934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847280" indent="-113934" algn="l" defTabSz="455737" rtl="0" eaLnBrk="1" latinLnBrk="0" hangingPunct="1">
        <a:lnSpc>
          <a:spcPct val="90000"/>
        </a:lnSpc>
        <a:spcBef>
          <a:spcPts val="100"/>
        </a:spcBef>
        <a:spcAft>
          <a:spcPts val="199"/>
        </a:spcAft>
        <a:buClr>
          <a:schemeClr val="accent1"/>
        </a:buClr>
        <a:buFont typeface="Calibri" pitchFamily="34" charset="0"/>
        <a:buChar char="◦"/>
        <a:defRPr sz="69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868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737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605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474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342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211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079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2948" algn="l" defTabSz="455737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2154" y="709718"/>
            <a:ext cx="3417103" cy="1000019"/>
          </a:xfrm>
        </p:spPr>
        <p:txBody>
          <a:bodyPr/>
          <a:lstStyle/>
          <a:p>
            <a:pPr algn="ctr"/>
            <a:r>
              <a:rPr lang="es-MX" dirty="0"/>
              <a:t>PIR </a:t>
            </a:r>
            <a:r>
              <a:rPr lang="es-MX" dirty="0" err="1"/>
              <a:t>Sensors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I.S.C. Erick Renato Vega Cerón</a:t>
            </a:r>
          </a:p>
          <a:p>
            <a:r>
              <a:rPr lang="es-MX" dirty="0"/>
              <a:t>502295@uaeh.edu.mx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9A518A-01E3-4DF2-8E17-965DD907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0" y="0"/>
            <a:ext cx="1276597" cy="156064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4BD8AB6-41DF-499A-A175-F9AA2C4F2004}"/>
              </a:ext>
            </a:extLst>
          </p:cNvPr>
          <p:cNvSpPr txBox="1">
            <a:spLocks/>
          </p:cNvSpPr>
          <p:nvPr/>
        </p:nvSpPr>
        <p:spPr>
          <a:xfrm>
            <a:off x="1254798" y="110128"/>
            <a:ext cx="4858390" cy="4679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45573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987" kern="1200" spc="-25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/>
              <a:t>Universidad Autónoma del Estado de Hidalgo</a:t>
            </a:r>
          </a:p>
          <a:p>
            <a:pPr algn="ctr"/>
            <a:r>
              <a:rPr lang="es-MX" sz="2800" dirty="0"/>
              <a:t>Maestría en Internet de las Cosas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31</Words>
  <Application>Microsoft Office PowerPoint</Application>
  <PresentationFormat>Personalizado</PresentationFormat>
  <Paragraphs>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Retrospección</vt:lpstr>
      <vt:lpstr>PIR Sensors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PIR Sensors</dc:title>
  <dc:subject/>
  <dc:creator>Erick Vega</dc:creator>
  <cp:keywords/>
  <dc:description>generated using python-pptx</dc:description>
  <cp:lastModifiedBy>Erick Vega</cp:lastModifiedBy>
  <cp:revision>4</cp:revision>
  <dcterms:created xsi:type="dcterms:W3CDTF">2013-01-27T09:14:16Z</dcterms:created>
  <dcterms:modified xsi:type="dcterms:W3CDTF">2023-10-14T00:17:03Z</dcterms:modified>
  <cp:category/>
</cp:coreProperties>
</file>