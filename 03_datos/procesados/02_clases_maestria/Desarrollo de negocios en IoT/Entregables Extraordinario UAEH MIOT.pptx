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428B4-B23A-4AA1-D1EA-30E8C6DE8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5225CC-7FF9-7EE2-3FE9-13BED5039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2DE23E-E1B5-9F49-6F9E-9C101A4F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DDCC76-2695-1144-A0FD-99E826F2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0C9FB6-F725-9A9A-1CC4-957D552E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47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3B928-125C-10E6-6F20-18DBF256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B77A3-631C-4D7D-EDED-42759040E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F1103E-FB15-0A86-42DF-CBA7FA78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0E9904-2571-D00C-65F3-1F1ECEB24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0F41B0-1D58-E25A-2BE9-6E65F4BC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536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8369B-1CC5-B92F-8E4A-85CAE9B3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65E9D5-365E-4988-461D-1C27AE50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47C62-3F29-34EF-BC75-C35A07C1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5D028E-B0A2-58BC-5D8C-C3F3A00E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0BF613-437D-7178-7785-F654FCED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947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9A6AB-57AF-7EAF-A3DA-1462ECB3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F69D5-ED2E-76A0-7BC2-E9DBE7698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A4D93A-AABC-9E04-EF00-258A05BE5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B0669A-6829-92DB-1BE3-17E863516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6122E1-7B9B-31DC-FBBA-3E6DBF5D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3A98DB-C35C-5BCA-D6B0-D38B7F9D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097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00164-CEEE-6024-D023-54F8FBF7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E49C3A-F0EA-773E-A7E6-526260057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581676-EAF0-21CA-581D-2EA085531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AF08CB-9038-2459-23FE-66199A337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9679A0-E980-7CCD-80DA-55ACF8D8B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63C4EC-5F3C-C287-36CD-B7F1515C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DB9341-1F59-1494-B1BE-F01C618D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B8FACB-685A-3383-E0A0-22EB3CCB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092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5B093-C0A1-91E9-FD5F-1BED6D58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ADC508-FCB4-B20D-2484-43962222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AE1388-15AE-D884-86C0-5172B8D5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660ECC-EEF0-F016-FFEC-5C0585F7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65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6E866C-D06B-A0FB-B463-0A7B66EE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F79428-00C4-AD42-90C2-433354E4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F14DDC-D309-84AE-4F22-4F6E6C8B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065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D7C46-2F49-0383-9DFC-41CE2F3D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58377-44DC-512A-A306-B27C696B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8961F0-A80A-6B08-F3EC-D7EC91065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20DFE-B8BD-D7D7-9C1E-2BB6DB74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AE176B-7AC9-342B-B785-25C3B93FF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DFFB28-A9DF-8898-093B-A55C7819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535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87E5F-C216-ED34-FD96-0C170DA8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EFA45A-1333-6E0C-8CF9-DD5702928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93D09B-7851-7049-8940-B2A3BD173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EAF70B-0628-5B98-EF32-3756F509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5BDA94-38BA-6539-6E6F-907D8A7AF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91E509-A684-C148-C7A4-CE498DF3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64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C2E79-9A28-93E5-6ECC-EFB6D777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442DF4-55F5-ADEE-2847-FB1E13E58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524C71-4110-952D-BAD5-9EFE1DD6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0D197-0668-5AE3-C1C7-A3104E00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3FBCA3-CF9F-0005-B02E-0DF665B7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18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57501F-6492-E826-D676-45AB57985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A497FC-AD80-6990-F1DC-3B0587E7D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D27A46-31B1-1A4C-BBD4-742F49AD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BE3A89-F5F4-7B63-2BF1-7E1762B3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3D5D25-87D9-BEDB-5D89-BE34B7E0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528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5919E2-0A34-1319-10C2-867A1EF6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F040D-3906-515E-97E6-D993D7EBB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F682F9-E2EA-FB95-9FF1-3EB079D90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1761C-E47B-DE40-BEBB-C40742F471A5}" type="datetimeFigureOut">
              <a:rPr lang="es-MX" smtClean="0"/>
              <a:t>21/05/25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E084A1-0CBC-87EC-835C-213BB70B7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1B5DF-DD4B-FF40-752F-0E19E1BD2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95970-5A81-924D-A45F-167A0319D2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205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E33DC56-1456-7958-19FF-B3FED37D5074}"/>
              </a:ext>
            </a:extLst>
          </p:cNvPr>
          <p:cNvSpPr txBox="1"/>
          <p:nvPr/>
        </p:nvSpPr>
        <p:spPr>
          <a:xfrm>
            <a:off x="1661710" y="1532863"/>
            <a:ext cx="886857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Entregable 1: </a:t>
            </a:r>
            <a:r>
              <a:rPr lang="es-MX" sz="2000" dirty="0"/>
              <a:t>Entrega del plan de negocios, el que se desarrolló durante el curso, en pdf de forma electrónica.</a:t>
            </a:r>
          </a:p>
          <a:p>
            <a:r>
              <a:rPr lang="es-MX" sz="2000" b="1" dirty="0"/>
              <a:t>Importante: No usar IA, Documento pdf.</a:t>
            </a:r>
          </a:p>
          <a:p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Enfocarse en la propuesta concreta, </a:t>
            </a:r>
            <a:r>
              <a:rPr lang="es-MX" sz="2000" b="1" dirty="0"/>
              <a:t>la oferta de valor, </a:t>
            </a:r>
            <a:r>
              <a:rPr lang="es-MX" sz="2000" dirty="0"/>
              <a:t>enfocarse en lo que es </a:t>
            </a:r>
            <a:r>
              <a:rPr lang="es-MX" sz="2000" b="1" dirty="0"/>
              <a:t>factible</a:t>
            </a:r>
            <a:r>
              <a:rPr lang="es-MX" sz="2000" dirty="0"/>
              <a:t> para que sea entendible y fácilmente identificable. Máximo 12 hojas.</a:t>
            </a:r>
          </a:p>
          <a:p>
            <a:endParaRPr lang="es-MX" sz="2000" dirty="0"/>
          </a:p>
          <a:p>
            <a:r>
              <a:rPr lang="es-MX" sz="2000" b="1" dirty="0"/>
              <a:t>Entregable 2: </a:t>
            </a:r>
            <a:r>
              <a:rPr lang="es-MX" sz="2000" dirty="0"/>
              <a:t>Con base en el plan de negocios, desarrollar su Pitch Deck y presentarlo, </a:t>
            </a:r>
            <a:r>
              <a:rPr lang="es-MX" sz="2000" b="1" dirty="0"/>
              <a:t>no utilizar IA para resumirlo ni para</a:t>
            </a:r>
            <a:r>
              <a:rPr lang="es-MX" sz="2000" dirty="0"/>
              <a:t> </a:t>
            </a:r>
            <a:r>
              <a:rPr lang="es-MX" sz="2000" b="1" dirty="0"/>
              <a:t>hacer la presentación de este Pitch Deck</a:t>
            </a:r>
            <a:r>
              <a:rPr lang="es-MX" sz="2000" dirty="0"/>
              <a:t>, aplicar el razonamiento y lógica propia para que en la presentación no se disperse la idea central de la </a:t>
            </a:r>
            <a:r>
              <a:rPr lang="es-MX" sz="2000" b="1" dirty="0"/>
              <a:t>oferta de valor, no más de 10 slides, no saturar de texto las slides, mantenerlo simple, centrado en lo importante.</a:t>
            </a:r>
            <a:endParaRPr lang="es-MX" sz="2000" dirty="0"/>
          </a:p>
          <a:p>
            <a:endParaRPr lang="es-MX" sz="2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42C7E4-9D0C-0E3E-2DBC-CAD6823C7EBE}"/>
              </a:ext>
            </a:extLst>
          </p:cNvPr>
          <p:cNvSpPr txBox="1"/>
          <p:nvPr/>
        </p:nvSpPr>
        <p:spPr>
          <a:xfrm>
            <a:off x="9320269" y="6103345"/>
            <a:ext cx="2257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MTE CAMILO M ISLAS AMADOR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B1985D-3362-8931-B48C-E0B7DA02FF3A}"/>
              </a:ext>
            </a:extLst>
          </p:cNvPr>
          <p:cNvSpPr txBox="1"/>
          <p:nvPr/>
        </p:nvSpPr>
        <p:spPr>
          <a:xfrm>
            <a:off x="3112906" y="385322"/>
            <a:ext cx="6358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Descripción de entregables para evaluacion extraordinaria.</a:t>
            </a:r>
          </a:p>
          <a:p>
            <a:r>
              <a:rPr lang="es-MX" b="1" dirty="0"/>
              <a:t>Maestría en Internet of Things</a:t>
            </a:r>
          </a:p>
          <a:p>
            <a:r>
              <a:rPr lang="es-MX" b="1" dirty="0"/>
              <a:t>Enero-Junio 2025</a:t>
            </a:r>
          </a:p>
        </p:txBody>
      </p:sp>
      <p:pic>
        <p:nvPicPr>
          <p:cNvPr id="1026" name="Picture 2" descr="Dirección de Imagen y Diseño Institucional :: Recursos">
            <a:extLst>
              <a:ext uri="{FF2B5EF4-FFF2-40B4-BE49-F238E27FC236}">
                <a16:creationId xmlns:a16="http://schemas.microsoft.com/office/drawing/2014/main" id="{8352BD35-0377-7AAF-E8D3-A1347CCCB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" y="5497502"/>
            <a:ext cx="977228" cy="136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5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13-9035-472F-7A01-D3F6D6B3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3539A-D317-0671-8FEC-A245DBA96BDB}"/>
              </a:ext>
            </a:extLst>
          </p:cNvPr>
          <p:cNvSpPr txBox="1"/>
          <p:nvPr/>
        </p:nvSpPr>
        <p:spPr>
          <a:xfrm>
            <a:off x="2394332" y="1440282"/>
            <a:ext cx="81965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El día de la presentación llegar antes de la hora prevista.</a:t>
            </a:r>
          </a:p>
          <a:p>
            <a:endParaRPr lang="es-MX" sz="2000" dirty="0"/>
          </a:p>
          <a:p>
            <a:r>
              <a:rPr lang="es-MX" sz="2000" dirty="0"/>
              <a:t>Prepararse para responder preguntas de forma </a:t>
            </a:r>
            <a:r>
              <a:rPr lang="es-MX" sz="2000" b="1" dirty="0"/>
              <a:t>clara y concreta</a:t>
            </a:r>
            <a:r>
              <a:rPr lang="es-MX" sz="2000" dirty="0"/>
              <a:t>, sin exceder 1 min de respuesta para cada una, algunos ejemplos de preguntas son:</a:t>
            </a:r>
          </a:p>
          <a:p>
            <a:endParaRPr lang="es-MX" sz="2000" dirty="0"/>
          </a:p>
          <a:p>
            <a:r>
              <a:rPr lang="es-MX" sz="2000" dirty="0"/>
              <a:t>¿Cómo resuelvo el problema identificado aplicando la tecnología IoT?</a:t>
            </a:r>
          </a:p>
          <a:p>
            <a:r>
              <a:rPr lang="es-MX" sz="2000" dirty="0"/>
              <a:t>¿Qué conflictos </a:t>
            </a:r>
            <a:r>
              <a:rPr lang="es-MX" sz="2000" u="sng" dirty="0"/>
              <a:t>reales</a:t>
            </a:r>
            <a:r>
              <a:rPr lang="es-MX" sz="2000" dirty="0"/>
              <a:t> son causados por no tener esa solución?</a:t>
            </a:r>
          </a:p>
          <a:p>
            <a:r>
              <a:rPr lang="es-MX" sz="2000" dirty="0"/>
              <a:t>¿Cuanto dinero se pierde al no tener esa solución? ¿Hay datos de esto?</a:t>
            </a:r>
          </a:p>
          <a:p>
            <a:r>
              <a:rPr lang="es-MX" sz="2000" dirty="0"/>
              <a:t>¿Cual es la ventaja competitiva de la solución? </a:t>
            </a:r>
          </a:p>
          <a:p>
            <a:r>
              <a:rPr lang="es-MX" sz="2000" dirty="0"/>
              <a:t>¿Se comprobó la factibilidad técnica?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8351FD-1F37-44B7-6197-993F7FA62498}"/>
              </a:ext>
            </a:extLst>
          </p:cNvPr>
          <p:cNvSpPr txBox="1"/>
          <p:nvPr/>
        </p:nvSpPr>
        <p:spPr>
          <a:xfrm>
            <a:off x="9320269" y="6103345"/>
            <a:ext cx="2257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MTE CAMILO M ISLAS AMADOR</a:t>
            </a:r>
          </a:p>
        </p:txBody>
      </p:sp>
      <p:pic>
        <p:nvPicPr>
          <p:cNvPr id="3" name="Picture 2" descr="Dirección de Imagen y Diseño Institucional :: Recursos">
            <a:extLst>
              <a:ext uri="{FF2B5EF4-FFF2-40B4-BE49-F238E27FC236}">
                <a16:creationId xmlns:a16="http://schemas.microsoft.com/office/drawing/2014/main" id="{547AA114-3293-904A-E155-11301F0F1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" y="5497502"/>
            <a:ext cx="977228" cy="136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75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A4D5584-D279-17B8-437C-128ABBA5CB21}"/>
              </a:ext>
            </a:extLst>
          </p:cNvPr>
          <p:cNvSpPr txBox="1"/>
          <p:nvPr/>
        </p:nvSpPr>
        <p:spPr>
          <a:xfrm>
            <a:off x="1538687" y="1414815"/>
            <a:ext cx="9114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Ser asertivo y concreto en las respuestas.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Centrarse en la solución propuesta al problema específico y la oferta de valor. No hablar de todas las posibilidades de la tecnología o lo que otras ciudades están haciendo o lo que puede ser para el futuro (sin fundamento), se requiere una </a:t>
            </a:r>
            <a:r>
              <a:rPr lang="es-MX" b="1" dirty="0"/>
              <a:t>solución efectiva para el problema actual que presentan los usuarios y que además es negocio</a:t>
            </a:r>
            <a:r>
              <a:rPr lang="es-MX" dirty="0"/>
              <a:t>. *Recordar actividad de Elevator pitch.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Se debe de evitar que la solución planteada parezca un producto milagro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Evitar </a:t>
            </a:r>
            <a:r>
              <a:rPr lang="es-MX" b="1" i="1" dirty="0"/>
              <a:t>buzzwords* </a:t>
            </a:r>
            <a:r>
              <a:rPr lang="es-MX" dirty="0"/>
              <a:t>y demasiados tecnicismos. Ejemplo: En el contexto de ciudades inteligentes.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29337D-79C9-09F5-F0DD-84EA01B5DFE7}"/>
              </a:ext>
            </a:extLst>
          </p:cNvPr>
          <p:cNvSpPr txBox="1"/>
          <p:nvPr/>
        </p:nvSpPr>
        <p:spPr>
          <a:xfrm>
            <a:off x="3664948" y="306571"/>
            <a:ext cx="486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Recomendaciones en el ámbito de negocios.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446AF4-F10B-732E-F91A-8722F0E02049}"/>
              </a:ext>
            </a:extLst>
          </p:cNvPr>
          <p:cNvSpPr txBox="1"/>
          <p:nvPr/>
        </p:nvSpPr>
        <p:spPr>
          <a:xfrm>
            <a:off x="1538687" y="5274004"/>
            <a:ext cx="95663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0" i="0" dirty="0">
                <a:solidFill>
                  <a:srgbClr val="202122"/>
                </a:solidFill>
                <a:effectLst/>
              </a:rPr>
              <a:t>*</a:t>
            </a:r>
            <a:r>
              <a:rPr lang="es-MX" sz="1600" b="0" i="0" dirty="0">
                <a:solidFill>
                  <a:srgbClr val="000000"/>
                </a:solidFill>
                <a:effectLst/>
              </a:rPr>
              <a:t>A keyword; a catchword or expression currently fashionable; a term used more to impress than to inform, esp. a technical or jargon term. Oxford English Dictionary</a:t>
            </a:r>
            <a:endParaRPr lang="es-MX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7C2A40-94C6-0AA1-08B3-AC082606C806}"/>
              </a:ext>
            </a:extLst>
          </p:cNvPr>
          <p:cNvSpPr txBox="1"/>
          <p:nvPr/>
        </p:nvSpPr>
        <p:spPr>
          <a:xfrm>
            <a:off x="9320269" y="6103345"/>
            <a:ext cx="2257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MTE CAMILO M ISLAS AMADOR</a:t>
            </a:r>
          </a:p>
        </p:txBody>
      </p:sp>
      <p:pic>
        <p:nvPicPr>
          <p:cNvPr id="12" name="Picture 2" descr="Dirección de Imagen y Diseño Institucional :: Recursos">
            <a:extLst>
              <a:ext uri="{FF2B5EF4-FFF2-40B4-BE49-F238E27FC236}">
                <a16:creationId xmlns:a16="http://schemas.microsoft.com/office/drawing/2014/main" id="{084AB119-1FF2-21A0-52E8-CAF237926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" y="5497502"/>
            <a:ext cx="977228" cy="136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0652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21399</TotalTime>
  <Words>406</Words>
  <Application>Microsoft Macintosh PowerPoint</Application>
  <PresentationFormat>Panorámica</PresentationFormat>
  <Paragraphs>30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Miguel Islas Amador</dc:creator>
  <cp:lastModifiedBy>Camilo Miguel Islas Amador</cp:lastModifiedBy>
  <cp:revision>3</cp:revision>
  <dcterms:created xsi:type="dcterms:W3CDTF">2025-05-22T02:47:12Z</dcterms:created>
  <dcterms:modified xsi:type="dcterms:W3CDTF">2025-06-05T23:27:01Z</dcterms:modified>
</cp:coreProperties>
</file>